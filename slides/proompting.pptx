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Inter SemiBold"/>
      <p:regular r:id="rId21"/>
      <p:bold r:id="rId22"/>
      <p:italic r:id="rId23"/>
      <p:boldItalic r:id="rId24"/>
    </p:embeddedFont>
    <p:embeddedFont>
      <p:font typeface="Inter Light"/>
      <p:regular r:id="rId25"/>
      <p:bold r:id="rId26"/>
      <p:italic r:id="rId27"/>
      <p:boldItalic r:id="rId28"/>
    </p:embeddedFont>
    <p:embeddedFont>
      <p:font typeface="Gowun Batang"/>
      <p:regular r:id="rId29"/>
      <p:bold r:id="rId30"/>
    </p:embeddedFont>
    <p:embeddedFont>
      <p:font typeface="Inter"/>
      <p:regular r:id="rId31"/>
      <p:bold r:id="rId32"/>
      <p:italic r:id="rId33"/>
      <p:boldItalic r:id="rId34"/>
    </p:embeddedFont>
    <p:embeddedFont>
      <p:font typeface="Inter Medium"/>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regular.fntdata"/><Relationship Id="rId30" Type="http://schemas.openxmlformats.org/officeDocument/2006/relationships/font" Target="fonts/GowunBatang-bold.fntdata"/><Relationship Id="rId33" Type="http://schemas.openxmlformats.org/officeDocument/2006/relationships/font" Target="fonts/Inter-italic.fntdata"/><Relationship Id="rId32" Type="http://schemas.openxmlformats.org/officeDocument/2006/relationships/font" Target="fonts/Inter-bold.fntdata"/><Relationship Id="rId35" Type="http://schemas.openxmlformats.org/officeDocument/2006/relationships/font" Target="fonts/InterMedium-regular.fntdata"/><Relationship Id="rId34" Type="http://schemas.openxmlformats.org/officeDocument/2006/relationships/font" Target="fonts/Inter-boldItalic.fntdata"/><Relationship Id="rId37" Type="http://schemas.openxmlformats.org/officeDocument/2006/relationships/font" Target="fonts/InterMedium-italic.fntdata"/><Relationship Id="rId36" Type="http://schemas.openxmlformats.org/officeDocument/2006/relationships/font" Target="fonts/InterMedium-bold.fntdata"/><Relationship Id="rId38" Type="http://schemas.openxmlformats.org/officeDocument/2006/relationships/font" Target="fonts/InterMedium-boldItalic.fntdata"/><Relationship Id="rId20" Type="http://schemas.openxmlformats.org/officeDocument/2006/relationships/slide" Target="slides/slide15.xml"/><Relationship Id="rId22" Type="http://schemas.openxmlformats.org/officeDocument/2006/relationships/font" Target="fonts/InterSemiBold-bold.fntdata"/><Relationship Id="rId21" Type="http://schemas.openxmlformats.org/officeDocument/2006/relationships/font" Target="fonts/InterSemiBold-regular.fntdata"/><Relationship Id="rId24" Type="http://schemas.openxmlformats.org/officeDocument/2006/relationships/font" Target="fonts/InterSemiBold-boldItalic.fntdata"/><Relationship Id="rId23" Type="http://schemas.openxmlformats.org/officeDocument/2006/relationships/font" Target="fonts/InterSemiBold-italic.fntdata"/><Relationship Id="rId26" Type="http://schemas.openxmlformats.org/officeDocument/2006/relationships/font" Target="fonts/InterLight-bold.fntdata"/><Relationship Id="rId25" Type="http://schemas.openxmlformats.org/officeDocument/2006/relationships/font" Target="fonts/InterLight-regular.fntdata"/><Relationship Id="rId28" Type="http://schemas.openxmlformats.org/officeDocument/2006/relationships/font" Target="fonts/InterLight-boldItalic.fntdata"/><Relationship Id="rId27" Type="http://schemas.openxmlformats.org/officeDocument/2006/relationships/font" Target="fonts/InterLight-italic.fntdata"/><Relationship Id="rId29" Type="http://schemas.openxmlformats.org/officeDocument/2006/relationships/font" Target="fonts/GowunBatang-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g3caf9d7cf5f_0_2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4" name="Google Shape;1424;g3caf9d7cf5f_0_2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1" name="Shape 1431"/>
        <p:cNvGrpSpPr/>
        <p:nvPr/>
      </p:nvGrpSpPr>
      <p:grpSpPr>
        <a:xfrm>
          <a:off x="0" y="0"/>
          <a:ext cx="0" cy="0"/>
          <a:chOff x="0" y="0"/>
          <a:chExt cx="0" cy="0"/>
        </a:xfrm>
      </p:grpSpPr>
      <p:sp>
        <p:nvSpPr>
          <p:cNvPr id="1432" name="Google Shape;1432;g3caf9d7cf5f_0_2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3" name="Google Shape;1433;g3caf9d7cf5f_0_2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3caf9d7cf5f_0_2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1" name="Google Shape;1481;g3caf9d7cf5f_0_2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3" name="Shape 1513"/>
        <p:cNvGrpSpPr/>
        <p:nvPr/>
      </p:nvGrpSpPr>
      <p:grpSpPr>
        <a:xfrm>
          <a:off x="0" y="0"/>
          <a:ext cx="0" cy="0"/>
          <a:chOff x="0" y="0"/>
          <a:chExt cx="0" cy="0"/>
        </a:xfrm>
      </p:grpSpPr>
      <p:sp>
        <p:nvSpPr>
          <p:cNvPr id="1514" name="Google Shape;1514;g3caf9d7cf5f_0_3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5" name="Google Shape;1515;g3caf9d7cf5f_0_3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3" name="Shape 1543"/>
        <p:cNvGrpSpPr/>
        <p:nvPr/>
      </p:nvGrpSpPr>
      <p:grpSpPr>
        <a:xfrm>
          <a:off x="0" y="0"/>
          <a:ext cx="0" cy="0"/>
          <a:chOff x="0" y="0"/>
          <a:chExt cx="0" cy="0"/>
        </a:xfrm>
      </p:grpSpPr>
      <p:sp>
        <p:nvSpPr>
          <p:cNvPr id="1544" name="Google Shape;1544;g3caf9d7cf5f_0_28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5" name="Google Shape;1545;g3caf9d7cf5f_0_28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g3caf9d7cf5f_0_2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7" name="Google Shape;1567;g3caf9d7cf5f_0_2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1" name="Shape 1591"/>
        <p:cNvGrpSpPr/>
        <p:nvPr/>
      </p:nvGrpSpPr>
      <p:grpSpPr>
        <a:xfrm>
          <a:off x="0" y="0"/>
          <a:ext cx="0" cy="0"/>
          <a:chOff x="0" y="0"/>
          <a:chExt cx="0" cy="0"/>
        </a:xfrm>
      </p:grpSpPr>
      <p:sp>
        <p:nvSpPr>
          <p:cNvPr id="1592" name="Google Shape;1592;g3caf9d7cf5f_0_2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3" name="Google Shape;1593;g3caf9d7cf5f_0_2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8" name="Shape 1608"/>
        <p:cNvGrpSpPr/>
        <p:nvPr/>
      </p:nvGrpSpPr>
      <p:grpSpPr>
        <a:xfrm>
          <a:off x="0" y="0"/>
          <a:ext cx="0" cy="0"/>
          <a:chOff x="0" y="0"/>
          <a:chExt cx="0" cy="0"/>
        </a:xfrm>
      </p:grpSpPr>
      <p:sp>
        <p:nvSpPr>
          <p:cNvPr id="1609" name="Google Shape;1609;g3caf9d7cf5f_0_2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0" name="Google Shape;1610;g3caf9d7cf5f_0_28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1" name="Shape 1641"/>
        <p:cNvGrpSpPr/>
        <p:nvPr/>
      </p:nvGrpSpPr>
      <p:grpSpPr>
        <a:xfrm>
          <a:off x="0" y="0"/>
          <a:ext cx="0" cy="0"/>
          <a:chOff x="0" y="0"/>
          <a:chExt cx="0" cy="0"/>
        </a:xfrm>
      </p:grpSpPr>
      <p:sp>
        <p:nvSpPr>
          <p:cNvPr id="1642" name="Google Shape;1642;g3caf9d7cf5f_0_2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3" name="Google Shape;1643;g3caf9d7cf5f_0_2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3" name="Shape 1653"/>
        <p:cNvGrpSpPr/>
        <p:nvPr/>
      </p:nvGrpSpPr>
      <p:grpSpPr>
        <a:xfrm>
          <a:off x="0" y="0"/>
          <a:ext cx="0" cy="0"/>
          <a:chOff x="0" y="0"/>
          <a:chExt cx="0" cy="0"/>
        </a:xfrm>
      </p:grpSpPr>
      <p:sp>
        <p:nvSpPr>
          <p:cNvPr id="1654" name="Google Shape;1654;g3cb68d28127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5" name="Google Shape;1655;g3cb68d28127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0" name="Shape 1670"/>
        <p:cNvGrpSpPr/>
        <p:nvPr/>
      </p:nvGrpSpPr>
      <p:grpSpPr>
        <a:xfrm>
          <a:off x="0" y="0"/>
          <a:ext cx="0" cy="0"/>
          <a:chOff x="0" y="0"/>
          <a:chExt cx="0" cy="0"/>
        </a:xfrm>
      </p:grpSpPr>
      <p:sp>
        <p:nvSpPr>
          <p:cNvPr id="1671" name="Google Shape;1671;g3caf9d7cf5f_0_3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2" name="Google Shape;1672;g3caf9d7cf5f_0_3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7" name="Shape 1707"/>
        <p:cNvGrpSpPr/>
        <p:nvPr/>
      </p:nvGrpSpPr>
      <p:grpSpPr>
        <a:xfrm>
          <a:off x="0" y="0"/>
          <a:ext cx="0" cy="0"/>
          <a:chOff x="0" y="0"/>
          <a:chExt cx="0" cy="0"/>
        </a:xfrm>
      </p:grpSpPr>
      <p:sp>
        <p:nvSpPr>
          <p:cNvPr id="1708" name="Google Shape;1708;g3cb68d2812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9" name="Google Shape;1709;g3cb68d281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5" name="Shape 1715"/>
        <p:cNvGrpSpPr/>
        <p:nvPr/>
      </p:nvGrpSpPr>
      <p:grpSpPr>
        <a:xfrm>
          <a:off x="0" y="0"/>
          <a:ext cx="0" cy="0"/>
          <a:chOff x="0" y="0"/>
          <a:chExt cx="0" cy="0"/>
        </a:xfrm>
      </p:grpSpPr>
      <p:sp>
        <p:nvSpPr>
          <p:cNvPr id="1716" name="Google Shape;1716;g3cb68d28127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7" name="Google Shape;1717;g3cb68d28127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3" name="Shape 1723"/>
        <p:cNvGrpSpPr/>
        <p:nvPr/>
      </p:nvGrpSpPr>
      <p:grpSpPr>
        <a:xfrm>
          <a:off x="0" y="0"/>
          <a:ext cx="0" cy="0"/>
          <a:chOff x="0" y="0"/>
          <a:chExt cx="0" cy="0"/>
        </a:xfrm>
      </p:grpSpPr>
      <p:sp>
        <p:nvSpPr>
          <p:cNvPr id="1724" name="Google Shape;1724;g3cb68d28127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5" name="Google Shape;1725;g3cb68d28127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0" name="Shape 1740"/>
        <p:cNvGrpSpPr/>
        <p:nvPr/>
      </p:nvGrpSpPr>
      <p:grpSpPr>
        <a:xfrm>
          <a:off x="0" y="0"/>
          <a:ext cx="0" cy="0"/>
          <a:chOff x="0" y="0"/>
          <a:chExt cx="0" cy="0"/>
        </a:xfrm>
      </p:grpSpPr>
      <p:sp>
        <p:nvSpPr>
          <p:cNvPr id="1741" name="Google Shape;1741;g3caf9d7cf5f_0_3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2" name="Google Shape;1742;g3caf9d7cf5f_0_3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1" type="blank">
  <p:cSld name="BLANK">
    <p:bg>
      <p:bgPr>
        <a:solidFill>
          <a:schemeClr val="lt1"/>
        </a:solidFill>
      </p:bgPr>
    </p:bg>
    <p:spTree>
      <p:nvGrpSpPr>
        <p:cNvPr id="8" name="Shape 8"/>
        <p:cNvGrpSpPr/>
        <p:nvPr/>
      </p:nvGrpSpPr>
      <p:grpSpPr>
        <a:xfrm>
          <a:off x="0" y="0"/>
          <a:ext cx="0" cy="0"/>
          <a:chOff x="0" y="0"/>
          <a:chExt cx="0" cy="0"/>
        </a:xfrm>
      </p:grpSpPr>
      <p:grpSp>
        <p:nvGrpSpPr>
          <p:cNvPr id="9" name="Google Shape;9;p2"/>
          <p:cNvGrpSpPr/>
          <p:nvPr/>
        </p:nvGrpSpPr>
        <p:grpSpPr>
          <a:xfrm>
            <a:off x="-800" y="-150"/>
            <a:ext cx="9145250" cy="5144250"/>
            <a:chOff x="-800" y="-150"/>
            <a:chExt cx="9145250" cy="5144250"/>
          </a:xfrm>
        </p:grpSpPr>
        <p:cxnSp>
          <p:nvCxnSpPr>
            <p:cNvPr id="10" name="Google Shape;10;p2"/>
            <p:cNvCxnSpPr/>
            <p:nvPr/>
          </p:nvCxnSpPr>
          <p:spPr>
            <a:xfrm>
              <a:off x="514575" y="-15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1" name="Google Shape;11;p2"/>
            <p:cNvCxnSpPr/>
            <p:nvPr/>
          </p:nvCxnSpPr>
          <p:spPr>
            <a:xfrm rot="10800000">
              <a:off x="-800" y="52112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12" name="Google Shape;12;p2"/>
            <p:cNvCxnSpPr/>
            <p:nvPr/>
          </p:nvCxnSpPr>
          <p:spPr>
            <a:xfrm>
              <a:off x="7228800" y="450"/>
              <a:ext cx="0" cy="521400"/>
            </a:xfrm>
            <a:prstGeom prst="straightConnector1">
              <a:avLst/>
            </a:prstGeom>
            <a:noFill/>
            <a:ln cap="flat" cmpd="sng" w="9525">
              <a:solidFill>
                <a:schemeClr val="accent6"/>
              </a:solidFill>
              <a:prstDash val="solid"/>
              <a:round/>
              <a:headEnd len="sm" w="sm" type="none"/>
              <a:tailEnd len="sm" w="sm" type="none"/>
            </a:ln>
          </p:spPr>
        </p:cxnSp>
        <p:cxnSp>
          <p:nvCxnSpPr>
            <p:cNvPr id="13" name="Google Shape;13;p2"/>
            <p:cNvCxnSpPr/>
            <p:nvPr/>
          </p:nvCxnSpPr>
          <p:spPr>
            <a:xfrm>
              <a:off x="8622600" y="528"/>
              <a:ext cx="0" cy="5143200"/>
            </a:xfrm>
            <a:prstGeom prst="straightConnector1">
              <a:avLst/>
            </a:prstGeom>
            <a:noFill/>
            <a:ln cap="flat" cmpd="sng" w="9525">
              <a:solidFill>
                <a:schemeClr val="accent6"/>
              </a:solidFill>
              <a:prstDash val="solid"/>
              <a:round/>
              <a:headEnd len="sm" w="sm" type="none"/>
              <a:tailEnd len="sm" w="sm" type="none"/>
            </a:ln>
          </p:spPr>
        </p:cxnSp>
        <p:cxnSp>
          <p:nvCxnSpPr>
            <p:cNvPr id="14" name="Google Shape;14;p2"/>
            <p:cNvCxnSpPr/>
            <p:nvPr/>
          </p:nvCxnSpPr>
          <p:spPr>
            <a:xfrm rot="10800000">
              <a:off x="-450" y="36104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15" name="Google Shape;15;p2"/>
            <p:cNvCxnSpPr/>
            <p:nvPr/>
          </p:nvCxnSpPr>
          <p:spPr>
            <a:xfrm rot="10800000">
              <a:off x="-450" y="46195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16" name="Google Shape;16;p2"/>
            <p:cNvCxnSpPr/>
            <p:nvPr/>
          </p:nvCxnSpPr>
          <p:spPr>
            <a:xfrm>
              <a:off x="7228850" y="3609300"/>
              <a:ext cx="0" cy="1534800"/>
            </a:xfrm>
            <a:prstGeom prst="straightConnector1">
              <a:avLst/>
            </a:prstGeom>
            <a:noFill/>
            <a:ln cap="flat" cmpd="sng" w="9525">
              <a:solidFill>
                <a:schemeClr val="accent6"/>
              </a:solidFill>
              <a:prstDash val="solid"/>
              <a:round/>
              <a:headEnd len="sm" w="sm" type="none"/>
              <a:tailEnd len="sm" w="sm" type="none"/>
            </a:ln>
          </p:spPr>
        </p:cxnSp>
      </p:grpSp>
      <p:sp>
        <p:nvSpPr>
          <p:cNvPr id="17" name="Google Shape;17;p2"/>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4400"/>
              <a:buFont typeface="Gowun Batang"/>
              <a:buNone/>
              <a:defRPr sz="4400">
                <a:solidFill>
                  <a:schemeClr val="dk1"/>
                </a:solidFill>
              </a:defRPr>
            </a:lvl2pPr>
            <a:lvl3pPr lvl="2">
              <a:lnSpc>
                <a:spcPct val="80000"/>
              </a:lnSpc>
              <a:spcBef>
                <a:spcPts val="0"/>
              </a:spcBef>
              <a:spcAft>
                <a:spcPts val="0"/>
              </a:spcAft>
              <a:buClr>
                <a:schemeClr val="dk1"/>
              </a:buClr>
              <a:buSzPts val="4400"/>
              <a:buFont typeface="Gowun Batang"/>
              <a:buNone/>
              <a:defRPr sz="4400">
                <a:solidFill>
                  <a:schemeClr val="dk1"/>
                </a:solidFill>
              </a:defRPr>
            </a:lvl3pPr>
            <a:lvl4pPr lvl="3">
              <a:lnSpc>
                <a:spcPct val="80000"/>
              </a:lnSpc>
              <a:spcBef>
                <a:spcPts val="0"/>
              </a:spcBef>
              <a:spcAft>
                <a:spcPts val="0"/>
              </a:spcAft>
              <a:buClr>
                <a:schemeClr val="dk1"/>
              </a:buClr>
              <a:buSzPts val="4400"/>
              <a:buFont typeface="Gowun Batang"/>
              <a:buNone/>
              <a:defRPr sz="4400">
                <a:solidFill>
                  <a:schemeClr val="dk1"/>
                </a:solidFill>
              </a:defRPr>
            </a:lvl4pPr>
            <a:lvl5pPr lvl="4">
              <a:lnSpc>
                <a:spcPct val="80000"/>
              </a:lnSpc>
              <a:spcBef>
                <a:spcPts val="0"/>
              </a:spcBef>
              <a:spcAft>
                <a:spcPts val="0"/>
              </a:spcAft>
              <a:buClr>
                <a:schemeClr val="dk1"/>
              </a:buClr>
              <a:buSzPts val="4400"/>
              <a:buFont typeface="Gowun Batang"/>
              <a:buNone/>
              <a:defRPr sz="4400">
                <a:solidFill>
                  <a:schemeClr val="dk1"/>
                </a:solidFill>
              </a:defRPr>
            </a:lvl5pPr>
            <a:lvl6pPr lvl="5">
              <a:lnSpc>
                <a:spcPct val="80000"/>
              </a:lnSpc>
              <a:spcBef>
                <a:spcPts val="0"/>
              </a:spcBef>
              <a:spcAft>
                <a:spcPts val="0"/>
              </a:spcAft>
              <a:buClr>
                <a:schemeClr val="dk1"/>
              </a:buClr>
              <a:buSzPts val="4400"/>
              <a:buFont typeface="Gowun Batang"/>
              <a:buNone/>
              <a:defRPr sz="4400">
                <a:solidFill>
                  <a:schemeClr val="dk1"/>
                </a:solidFill>
              </a:defRPr>
            </a:lvl6pPr>
            <a:lvl7pPr lvl="6">
              <a:lnSpc>
                <a:spcPct val="80000"/>
              </a:lnSpc>
              <a:spcBef>
                <a:spcPts val="0"/>
              </a:spcBef>
              <a:spcAft>
                <a:spcPts val="0"/>
              </a:spcAft>
              <a:buClr>
                <a:schemeClr val="dk1"/>
              </a:buClr>
              <a:buSzPts val="4400"/>
              <a:buFont typeface="Gowun Batang"/>
              <a:buNone/>
              <a:defRPr sz="4400">
                <a:solidFill>
                  <a:schemeClr val="dk1"/>
                </a:solidFill>
              </a:defRPr>
            </a:lvl7pPr>
            <a:lvl8pPr lvl="7">
              <a:lnSpc>
                <a:spcPct val="80000"/>
              </a:lnSpc>
              <a:spcBef>
                <a:spcPts val="0"/>
              </a:spcBef>
              <a:spcAft>
                <a:spcPts val="0"/>
              </a:spcAft>
              <a:buClr>
                <a:schemeClr val="dk1"/>
              </a:buClr>
              <a:buSzPts val="4400"/>
              <a:buFont typeface="Gowun Batang"/>
              <a:buNone/>
              <a:defRPr sz="4400">
                <a:solidFill>
                  <a:schemeClr val="dk1"/>
                </a:solidFill>
              </a:defRPr>
            </a:lvl8pPr>
            <a:lvl9pPr lvl="8">
              <a:lnSpc>
                <a:spcPct val="80000"/>
              </a:lnSpc>
              <a:spcBef>
                <a:spcPts val="0"/>
              </a:spcBef>
              <a:spcAft>
                <a:spcPts val="0"/>
              </a:spcAft>
              <a:buClr>
                <a:schemeClr val="dk1"/>
              </a:buClr>
              <a:buSzPts val="4400"/>
              <a:buFont typeface="Gowun Batang"/>
              <a:buNone/>
              <a:defRPr sz="4400">
                <a:solidFill>
                  <a:schemeClr val="dk1"/>
                </a:solidFill>
              </a:defRPr>
            </a:lvl9pPr>
          </a:lstStyle>
          <a:p/>
        </p:txBody>
      </p:sp>
      <p:sp>
        <p:nvSpPr>
          <p:cNvPr id="18" name="Google Shape;18;p2"/>
          <p:cNvSpPr txBox="1"/>
          <p:nvPr>
            <p:ph idx="1" type="subTitle"/>
          </p:nvPr>
        </p:nvSpPr>
        <p:spPr>
          <a:xfrm>
            <a:off x="521375" y="2782850"/>
            <a:ext cx="8100900" cy="338700"/>
          </a:xfrm>
          <a:prstGeom prst="rect">
            <a:avLst/>
          </a:prstGeom>
        </p:spPr>
        <p:txBody>
          <a:bodyPr anchorCtr="0" anchor="t" bIns="91425" lIns="274300" spcFirstLastPara="1" rIns="182875" wrap="square" tIns="91425">
            <a:normAutofit/>
          </a:bodyPr>
          <a:lstStyle>
            <a:lvl1pPr lvl="0">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1pPr>
            <a:lvl2pPr lvl="1">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2pPr>
            <a:lvl3pPr lvl="2">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3pPr>
            <a:lvl4pPr lvl="3">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4pPr>
            <a:lvl5pPr lvl="4">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5pPr>
            <a:lvl6pPr lvl="5">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6pPr>
            <a:lvl7pPr lvl="6">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7pPr>
            <a:lvl8pPr lvl="7">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8pPr>
            <a:lvl9pPr lvl="8">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9pPr>
          </a:lstStyle>
          <a:p/>
        </p:txBody>
      </p:sp>
      <p:sp>
        <p:nvSpPr>
          <p:cNvPr id="19" name="Google Shape;19;p2"/>
          <p:cNvSpPr txBox="1"/>
          <p:nvPr>
            <p:ph idx="2" type="subTitle"/>
          </p:nvPr>
        </p:nvSpPr>
        <p:spPr>
          <a:xfrm>
            <a:off x="518400" y="3609525"/>
            <a:ext cx="6710400" cy="1010100"/>
          </a:xfrm>
          <a:prstGeom prst="rect">
            <a:avLst/>
          </a:prstGeom>
        </p:spPr>
        <p:txBody>
          <a:bodyPr anchorCtr="0" anchor="ctr" bIns="91425" lIns="274300" spcFirstLastPara="1" rIns="274300" wrap="square" tIns="91425">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
        <p:nvSpPr>
          <p:cNvPr id="20" name="Google Shape;20;p2"/>
          <p:cNvSpPr txBox="1"/>
          <p:nvPr>
            <p:ph idx="3" type="subTitle"/>
          </p:nvPr>
        </p:nvSpPr>
        <p:spPr>
          <a:xfrm>
            <a:off x="3171350" y="11075"/>
            <a:ext cx="40575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21" name="Google Shape;21;p2"/>
          <p:cNvSpPr txBox="1"/>
          <p:nvPr>
            <p:ph idx="4" type="subTitle"/>
          </p:nvPr>
        </p:nvSpPr>
        <p:spPr>
          <a:xfrm>
            <a:off x="7228800" y="11075"/>
            <a:ext cx="13938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_3">
    <p:bg>
      <p:bgPr>
        <a:solidFill>
          <a:schemeClr val="lt2"/>
        </a:solidFill>
      </p:bgPr>
    </p:bg>
    <p:spTree>
      <p:nvGrpSpPr>
        <p:cNvPr id="22" name="Shape 22"/>
        <p:cNvGrpSpPr/>
        <p:nvPr/>
      </p:nvGrpSpPr>
      <p:grpSpPr>
        <a:xfrm>
          <a:off x="0" y="0"/>
          <a:ext cx="0" cy="0"/>
          <a:chOff x="0" y="0"/>
          <a:chExt cx="0" cy="0"/>
        </a:xfrm>
      </p:grpSpPr>
      <p:sp>
        <p:nvSpPr>
          <p:cNvPr id="23" name="Google Shape;23;p3"/>
          <p:cNvSpPr txBox="1"/>
          <p:nvPr>
            <p:ph idx="1"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24" name="Google Shape;24;p3"/>
          <p:cNvSpPr txBox="1"/>
          <p:nvPr>
            <p:ph idx="2"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25" name="Google Shape;25;p3"/>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26" name="Google Shape;26;p3"/>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27" name="Google Shape;27;p3"/>
          <p:cNvSpPr txBox="1"/>
          <p:nvPr>
            <p:ph type="title"/>
          </p:nvPr>
        </p:nvSpPr>
        <p:spPr>
          <a:xfrm flipH="1">
            <a:off x="1040775" y="1307575"/>
            <a:ext cx="7581900" cy="745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28" name="Google Shape;28;p3"/>
          <p:cNvSpPr txBox="1"/>
          <p:nvPr>
            <p:ph idx="5" type="title"/>
          </p:nvPr>
        </p:nvSpPr>
        <p:spPr>
          <a:xfrm flipH="1">
            <a:off x="1040775" y="2053325"/>
            <a:ext cx="7581900" cy="7473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29" name="Google Shape;29;p3"/>
          <p:cNvSpPr txBox="1"/>
          <p:nvPr>
            <p:ph idx="6" type="title"/>
          </p:nvPr>
        </p:nvSpPr>
        <p:spPr>
          <a:xfrm flipH="1">
            <a:off x="1040775" y="2800750"/>
            <a:ext cx="7581900" cy="7419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30" name="Google Shape;30;p3"/>
          <p:cNvSpPr txBox="1"/>
          <p:nvPr>
            <p:ph idx="7" type="title"/>
          </p:nvPr>
        </p:nvSpPr>
        <p:spPr>
          <a:xfrm flipH="1">
            <a:off x="1040775" y="3542475"/>
            <a:ext cx="7581900" cy="7551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31" name="Google Shape;31;p3"/>
          <p:cNvSpPr txBox="1"/>
          <p:nvPr>
            <p:ph idx="8" type="title"/>
          </p:nvPr>
        </p:nvSpPr>
        <p:spPr>
          <a:xfrm flipH="1">
            <a:off x="1040775" y="4297600"/>
            <a:ext cx="7581900" cy="745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32" name="Google Shape;32;p3"/>
          <p:cNvSpPr txBox="1"/>
          <p:nvPr>
            <p:ph idx="9" type="title"/>
          </p:nvPr>
        </p:nvSpPr>
        <p:spPr>
          <a:xfrm flipH="1">
            <a:off x="1040775" y="666250"/>
            <a:ext cx="75819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ummary">
  <p:cSld name="BLANK_1_1_1_1_1_1_1_2_1">
    <p:bg>
      <p:bgPr>
        <a:solidFill>
          <a:schemeClr val="lt2"/>
        </a:solidFill>
      </p:bgPr>
    </p:bg>
    <p:spTree>
      <p:nvGrpSpPr>
        <p:cNvPr id="33" name="Shape 33"/>
        <p:cNvGrpSpPr/>
        <p:nvPr/>
      </p:nvGrpSpPr>
      <p:grpSpPr>
        <a:xfrm>
          <a:off x="0" y="0"/>
          <a:ext cx="0" cy="0"/>
          <a:chOff x="0" y="0"/>
          <a:chExt cx="0" cy="0"/>
        </a:xfrm>
      </p:grpSpPr>
      <p:sp>
        <p:nvSpPr>
          <p:cNvPr id="34" name="Google Shape;34;p4"/>
          <p:cNvSpPr txBox="1"/>
          <p:nvPr>
            <p:ph type="title"/>
          </p:nvPr>
        </p:nvSpPr>
        <p:spPr>
          <a:xfrm>
            <a:off x="1040950" y="1667775"/>
            <a:ext cx="20220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35" name="Google Shape;35;p4"/>
          <p:cNvSpPr txBox="1"/>
          <p:nvPr>
            <p:ph idx="1" type="body"/>
          </p:nvPr>
        </p:nvSpPr>
        <p:spPr>
          <a:xfrm>
            <a:off x="1041000" y="2309175"/>
            <a:ext cx="20220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36" name="Google Shape;36;p4"/>
          <p:cNvSpPr txBox="1"/>
          <p:nvPr>
            <p:ph idx="2" type="title"/>
          </p:nvPr>
        </p:nvSpPr>
        <p:spPr>
          <a:xfrm>
            <a:off x="3065850" y="1667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37" name="Google Shape;37;p4"/>
          <p:cNvSpPr txBox="1"/>
          <p:nvPr>
            <p:ph idx="3" type="body"/>
          </p:nvPr>
        </p:nvSpPr>
        <p:spPr>
          <a:xfrm>
            <a:off x="3065900" y="2309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38" name="Google Shape;38;p4"/>
          <p:cNvSpPr txBox="1"/>
          <p:nvPr>
            <p:ph idx="4" type="title"/>
          </p:nvPr>
        </p:nvSpPr>
        <p:spPr>
          <a:xfrm>
            <a:off x="5090675" y="1667775"/>
            <a:ext cx="20277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39" name="Google Shape;39;p4"/>
          <p:cNvSpPr txBox="1"/>
          <p:nvPr>
            <p:ph idx="5" type="body"/>
          </p:nvPr>
        </p:nvSpPr>
        <p:spPr>
          <a:xfrm>
            <a:off x="5090725" y="2309175"/>
            <a:ext cx="20277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40" name="Google Shape;40;p4"/>
          <p:cNvSpPr txBox="1"/>
          <p:nvPr>
            <p:ph idx="6" type="title"/>
          </p:nvPr>
        </p:nvSpPr>
        <p:spPr>
          <a:xfrm>
            <a:off x="7118725" y="1667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41" name="Google Shape;41;p4"/>
          <p:cNvSpPr txBox="1"/>
          <p:nvPr>
            <p:ph idx="7" type="body"/>
          </p:nvPr>
        </p:nvSpPr>
        <p:spPr>
          <a:xfrm>
            <a:off x="7118775" y="2309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42" name="Google Shape;42;p4"/>
          <p:cNvSpPr txBox="1"/>
          <p:nvPr>
            <p:ph idx="8" type="title"/>
          </p:nvPr>
        </p:nvSpPr>
        <p:spPr>
          <a:xfrm>
            <a:off x="1040950" y="3584775"/>
            <a:ext cx="20220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43" name="Google Shape;43;p4"/>
          <p:cNvSpPr txBox="1"/>
          <p:nvPr>
            <p:ph idx="9" type="body"/>
          </p:nvPr>
        </p:nvSpPr>
        <p:spPr>
          <a:xfrm>
            <a:off x="1041000" y="4226175"/>
            <a:ext cx="20220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44" name="Google Shape;44;p4"/>
          <p:cNvSpPr txBox="1"/>
          <p:nvPr>
            <p:ph idx="13" type="title"/>
          </p:nvPr>
        </p:nvSpPr>
        <p:spPr>
          <a:xfrm>
            <a:off x="3065850" y="3584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45" name="Google Shape;45;p4"/>
          <p:cNvSpPr txBox="1"/>
          <p:nvPr>
            <p:ph idx="14" type="body"/>
          </p:nvPr>
        </p:nvSpPr>
        <p:spPr>
          <a:xfrm>
            <a:off x="3065900" y="4226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46" name="Google Shape;46;p4"/>
          <p:cNvSpPr txBox="1"/>
          <p:nvPr>
            <p:ph idx="15" type="title"/>
          </p:nvPr>
        </p:nvSpPr>
        <p:spPr>
          <a:xfrm>
            <a:off x="5090675" y="3584775"/>
            <a:ext cx="20277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47" name="Google Shape;47;p4"/>
          <p:cNvSpPr txBox="1"/>
          <p:nvPr>
            <p:ph idx="16" type="body"/>
          </p:nvPr>
        </p:nvSpPr>
        <p:spPr>
          <a:xfrm>
            <a:off x="5090725" y="4226175"/>
            <a:ext cx="20277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48" name="Google Shape;48;p4"/>
          <p:cNvSpPr txBox="1"/>
          <p:nvPr>
            <p:ph idx="17" type="title"/>
          </p:nvPr>
        </p:nvSpPr>
        <p:spPr>
          <a:xfrm>
            <a:off x="7118725" y="3584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49" name="Google Shape;49;p4"/>
          <p:cNvSpPr txBox="1"/>
          <p:nvPr>
            <p:ph idx="18" type="body"/>
          </p:nvPr>
        </p:nvSpPr>
        <p:spPr>
          <a:xfrm>
            <a:off x="7118775" y="4226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50" name="Google Shape;50;p4"/>
          <p:cNvSpPr txBox="1"/>
          <p:nvPr>
            <p:ph idx="1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51" name="Google Shape;51;p4"/>
          <p:cNvSpPr txBox="1"/>
          <p:nvPr>
            <p:ph idx="20"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52" name="Google Shape;52;p4"/>
          <p:cNvSpPr txBox="1"/>
          <p:nvPr>
            <p:ph idx="21" type="subTitle"/>
          </p:nvPr>
        </p:nvSpPr>
        <p:spPr>
          <a:xfrm>
            <a:off x="10421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53" name="Google Shape;53;p4"/>
          <p:cNvSpPr txBox="1"/>
          <p:nvPr>
            <p:ph idx="2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54" name="Google Shape;54;p4"/>
          <p:cNvSpPr txBox="1"/>
          <p:nvPr>
            <p:ph idx="23"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bg>
      <p:bgPr>
        <a:solidFill>
          <a:schemeClr val="lt1"/>
        </a:solidFill>
      </p:bgPr>
    </p:bg>
    <p:spTree>
      <p:nvGrpSpPr>
        <p:cNvPr id="55" name="Shape 55"/>
        <p:cNvGrpSpPr/>
        <p:nvPr/>
      </p:nvGrpSpPr>
      <p:grpSpPr>
        <a:xfrm>
          <a:off x="0" y="0"/>
          <a:ext cx="0" cy="0"/>
          <a:chOff x="0" y="0"/>
          <a:chExt cx="0" cy="0"/>
        </a:xfrm>
      </p:grpSpPr>
      <p:sp>
        <p:nvSpPr>
          <p:cNvPr id="56" name="Google Shape;56;p5"/>
          <p:cNvSpPr txBox="1"/>
          <p:nvPr>
            <p:ph idx="1" type="subTitle"/>
          </p:nvPr>
        </p:nvSpPr>
        <p:spPr>
          <a:xfrm>
            <a:off x="1041050" y="334925"/>
            <a:ext cx="5726100" cy="3297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1pPr>
            <a:lvl2pPr lvl="1">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2pPr>
            <a:lvl3pPr lvl="2">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3pPr>
            <a:lvl4pPr lvl="3">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4pPr>
            <a:lvl5pPr lvl="4">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5pPr>
            <a:lvl6pPr lvl="5">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6pPr>
            <a:lvl7pPr lvl="6">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7pPr>
            <a:lvl8pPr lvl="7">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8pPr>
            <a:lvl9pPr lvl="8">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9pPr>
          </a:lstStyle>
          <a:p/>
        </p:txBody>
      </p:sp>
      <p:sp>
        <p:nvSpPr>
          <p:cNvPr id="57" name="Google Shape;57;p5"/>
          <p:cNvSpPr txBox="1"/>
          <p:nvPr>
            <p:ph idx="2"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58" name="Google Shape;58;p5"/>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59" name="Google Shape;59;p5"/>
          <p:cNvSpPr txBox="1"/>
          <p:nvPr>
            <p:ph type="title"/>
          </p:nvPr>
        </p:nvSpPr>
        <p:spPr>
          <a:xfrm>
            <a:off x="1042100"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60" name="Google Shape;60;p5"/>
          <p:cNvSpPr txBox="1"/>
          <p:nvPr>
            <p:ph idx="4" type="title"/>
          </p:nvPr>
        </p:nvSpPr>
        <p:spPr>
          <a:xfrm>
            <a:off x="4861750"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61" name="Google Shape;61;p5"/>
          <p:cNvSpPr txBox="1"/>
          <p:nvPr>
            <p:ph idx="5" type="title"/>
          </p:nvPr>
        </p:nvSpPr>
        <p:spPr>
          <a:xfrm>
            <a:off x="2952000"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62" name="Google Shape;62;p5"/>
          <p:cNvSpPr txBox="1"/>
          <p:nvPr>
            <p:ph idx="6"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63" name="Google Shape;63;p5"/>
          <p:cNvSpPr txBox="1"/>
          <p:nvPr>
            <p:ph idx="7" type="title"/>
          </p:nvPr>
        </p:nvSpPr>
        <p:spPr>
          <a:xfrm flipH="1">
            <a:off x="1046200" y="772500"/>
            <a:ext cx="5726100" cy="2125500"/>
          </a:xfrm>
          <a:prstGeom prst="rect">
            <a:avLst/>
          </a:prstGeom>
        </p:spPr>
        <p:txBody>
          <a:bodyPr anchorCtr="0" anchor="t" bIns="91425" lIns="274300" spcFirstLastPara="1" rIns="9142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2400"/>
              <a:buNone/>
              <a:defRPr sz="2400">
                <a:solidFill>
                  <a:schemeClr val="dk1"/>
                </a:solidFill>
              </a:defRPr>
            </a:lvl2pPr>
            <a:lvl3pPr lvl="2">
              <a:lnSpc>
                <a:spcPct val="80000"/>
              </a:lnSpc>
              <a:spcBef>
                <a:spcPts val="0"/>
              </a:spcBef>
              <a:spcAft>
                <a:spcPts val="0"/>
              </a:spcAft>
              <a:buClr>
                <a:schemeClr val="dk1"/>
              </a:buClr>
              <a:buSzPts val="2400"/>
              <a:buNone/>
              <a:defRPr sz="2400">
                <a:solidFill>
                  <a:schemeClr val="dk1"/>
                </a:solidFill>
              </a:defRPr>
            </a:lvl3pPr>
            <a:lvl4pPr lvl="3">
              <a:lnSpc>
                <a:spcPct val="80000"/>
              </a:lnSpc>
              <a:spcBef>
                <a:spcPts val="0"/>
              </a:spcBef>
              <a:spcAft>
                <a:spcPts val="0"/>
              </a:spcAft>
              <a:buClr>
                <a:schemeClr val="dk1"/>
              </a:buClr>
              <a:buSzPts val="2400"/>
              <a:buNone/>
              <a:defRPr sz="2400">
                <a:solidFill>
                  <a:schemeClr val="dk1"/>
                </a:solidFill>
              </a:defRPr>
            </a:lvl4pPr>
            <a:lvl5pPr lvl="4">
              <a:lnSpc>
                <a:spcPct val="80000"/>
              </a:lnSpc>
              <a:spcBef>
                <a:spcPts val="0"/>
              </a:spcBef>
              <a:spcAft>
                <a:spcPts val="0"/>
              </a:spcAft>
              <a:buClr>
                <a:schemeClr val="dk1"/>
              </a:buClr>
              <a:buSzPts val="2400"/>
              <a:buNone/>
              <a:defRPr sz="2400">
                <a:solidFill>
                  <a:schemeClr val="dk1"/>
                </a:solidFill>
              </a:defRPr>
            </a:lvl5pPr>
            <a:lvl6pPr lvl="5">
              <a:lnSpc>
                <a:spcPct val="80000"/>
              </a:lnSpc>
              <a:spcBef>
                <a:spcPts val="0"/>
              </a:spcBef>
              <a:spcAft>
                <a:spcPts val="0"/>
              </a:spcAft>
              <a:buClr>
                <a:schemeClr val="dk1"/>
              </a:buClr>
              <a:buSzPts val="2400"/>
              <a:buNone/>
              <a:defRPr sz="2400">
                <a:solidFill>
                  <a:schemeClr val="dk1"/>
                </a:solidFill>
              </a:defRPr>
            </a:lvl6pPr>
            <a:lvl7pPr lvl="6">
              <a:lnSpc>
                <a:spcPct val="80000"/>
              </a:lnSpc>
              <a:spcBef>
                <a:spcPts val="0"/>
              </a:spcBef>
              <a:spcAft>
                <a:spcPts val="0"/>
              </a:spcAft>
              <a:buClr>
                <a:schemeClr val="dk1"/>
              </a:buClr>
              <a:buSzPts val="2400"/>
              <a:buNone/>
              <a:defRPr sz="2400">
                <a:solidFill>
                  <a:schemeClr val="dk1"/>
                </a:solidFill>
              </a:defRPr>
            </a:lvl7pPr>
            <a:lvl8pPr lvl="7">
              <a:lnSpc>
                <a:spcPct val="80000"/>
              </a:lnSpc>
              <a:spcBef>
                <a:spcPts val="0"/>
              </a:spcBef>
              <a:spcAft>
                <a:spcPts val="0"/>
              </a:spcAft>
              <a:buClr>
                <a:schemeClr val="dk1"/>
              </a:buClr>
              <a:buSzPts val="2400"/>
              <a:buNone/>
              <a:defRPr sz="2400">
                <a:solidFill>
                  <a:schemeClr val="dk1"/>
                </a:solidFill>
              </a:defRPr>
            </a:lvl8pPr>
            <a:lvl9pPr lvl="8">
              <a:lnSpc>
                <a:spcPct val="80000"/>
              </a:lnSpc>
              <a:spcBef>
                <a:spcPts val="0"/>
              </a:spcBef>
              <a:spcAft>
                <a:spcPts val="0"/>
              </a:spcAft>
              <a:buClr>
                <a:schemeClr val="dk1"/>
              </a:buClr>
              <a:buSzPts val="2400"/>
              <a:buNone/>
              <a:defRPr sz="2400">
                <a:solidFill>
                  <a:schemeClr val="dk1"/>
                </a:solidFill>
              </a:defRPr>
            </a:lvl9pPr>
          </a:lstStyle>
          <a:p/>
        </p:txBody>
      </p:sp>
      <p:sp>
        <p:nvSpPr>
          <p:cNvPr id="64" name="Google Shape;64;p5"/>
          <p:cNvSpPr txBox="1"/>
          <p:nvPr>
            <p:ph idx="8" type="subTitle"/>
          </p:nvPr>
        </p:nvSpPr>
        <p:spPr>
          <a:xfrm>
            <a:off x="1042100" y="3515850"/>
            <a:ext cx="19107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
        <p:nvSpPr>
          <p:cNvPr id="65" name="Google Shape;65;p5"/>
          <p:cNvSpPr txBox="1"/>
          <p:nvPr>
            <p:ph idx="9" type="title"/>
          </p:nvPr>
        </p:nvSpPr>
        <p:spPr>
          <a:xfrm>
            <a:off x="6771475"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66" name="Google Shape;66;p5"/>
          <p:cNvSpPr txBox="1"/>
          <p:nvPr>
            <p:ph idx="13" type="subTitle"/>
          </p:nvPr>
        </p:nvSpPr>
        <p:spPr>
          <a:xfrm>
            <a:off x="2951438" y="3515850"/>
            <a:ext cx="19107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
        <p:nvSpPr>
          <p:cNvPr id="67" name="Google Shape;67;p5"/>
          <p:cNvSpPr txBox="1"/>
          <p:nvPr>
            <p:ph idx="14" type="subTitle"/>
          </p:nvPr>
        </p:nvSpPr>
        <p:spPr>
          <a:xfrm>
            <a:off x="4862838" y="3515850"/>
            <a:ext cx="19107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
        <p:nvSpPr>
          <p:cNvPr id="68" name="Google Shape;68;p5"/>
          <p:cNvSpPr txBox="1"/>
          <p:nvPr>
            <p:ph idx="15" type="subTitle"/>
          </p:nvPr>
        </p:nvSpPr>
        <p:spPr>
          <a:xfrm>
            <a:off x="6774249" y="3515850"/>
            <a:ext cx="18489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cutive Team Intro - ALT 1">
  <p:cSld name="BLANK_1_4">
    <p:bg>
      <p:bgPr>
        <a:solidFill>
          <a:schemeClr val="lt2"/>
        </a:solidFill>
      </p:bgPr>
    </p:bg>
    <p:spTree>
      <p:nvGrpSpPr>
        <p:cNvPr id="69" name="Shape 69"/>
        <p:cNvGrpSpPr/>
        <p:nvPr/>
      </p:nvGrpSpPr>
      <p:grpSpPr>
        <a:xfrm>
          <a:off x="0" y="0"/>
          <a:ext cx="0" cy="0"/>
          <a:chOff x="0" y="0"/>
          <a:chExt cx="0" cy="0"/>
        </a:xfrm>
      </p:grpSpPr>
      <p:sp>
        <p:nvSpPr>
          <p:cNvPr id="70" name="Google Shape;70;p6"/>
          <p:cNvSpPr txBox="1"/>
          <p:nvPr>
            <p:ph idx="1" type="subTitle"/>
          </p:nvPr>
        </p:nvSpPr>
        <p:spPr>
          <a:xfrm>
            <a:off x="7876950" y="4432750"/>
            <a:ext cx="12678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1" name="Google Shape;71;p6"/>
          <p:cNvSpPr txBox="1"/>
          <p:nvPr>
            <p:ph idx="2" type="subTitle"/>
          </p:nvPr>
        </p:nvSpPr>
        <p:spPr>
          <a:xfrm>
            <a:off x="6616523" y="4432750"/>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2" name="Google Shape;72;p6"/>
          <p:cNvSpPr txBox="1"/>
          <p:nvPr>
            <p:ph idx="3" type="subTitle"/>
          </p:nvPr>
        </p:nvSpPr>
        <p:spPr>
          <a:xfrm>
            <a:off x="5357423" y="4432750"/>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3" name="Google Shape;73;p6"/>
          <p:cNvSpPr txBox="1"/>
          <p:nvPr>
            <p:ph idx="4" type="subTitle"/>
          </p:nvPr>
        </p:nvSpPr>
        <p:spPr>
          <a:xfrm>
            <a:off x="4097348" y="4432750"/>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4" name="Google Shape;74;p6"/>
          <p:cNvSpPr txBox="1"/>
          <p:nvPr>
            <p:ph idx="5" type="subTitle"/>
          </p:nvPr>
        </p:nvSpPr>
        <p:spPr>
          <a:xfrm>
            <a:off x="2829250" y="4432750"/>
            <a:ext cx="1268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5" name="Google Shape;75;p6"/>
          <p:cNvSpPr txBox="1"/>
          <p:nvPr>
            <p:ph idx="6" type="subTitle"/>
          </p:nvPr>
        </p:nvSpPr>
        <p:spPr>
          <a:xfrm>
            <a:off x="7876950" y="2287525"/>
            <a:ext cx="12678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6" name="Google Shape;76;p6"/>
          <p:cNvSpPr txBox="1"/>
          <p:nvPr>
            <p:ph idx="7" type="subTitle"/>
          </p:nvPr>
        </p:nvSpPr>
        <p:spPr>
          <a:xfrm>
            <a:off x="6616523" y="2287525"/>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7" name="Google Shape;77;p6"/>
          <p:cNvSpPr txBox="1"/>
          <p:nvPr>
            <p:ph idx="8" type="subTitle"/>
          </p:nvPr>
        </p:nvSpPr>
        <p:spPr>
          <a:xfrm>
            <a:off x="5357423" y="2287525"/>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8" name="Google Shape;78;p6"/>
          <p:cNvSpPr txBox="1"/>
          <p:nvPr>
            <p:ph idx="9" type="subTitle"/>
          </p:nvPr>
        </p:nvSpPr>
        <p:spPr>
          <a:xfrm>
            <a:off x="4097348" y="2287525"/>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9" name="Google Shape;79;p6"/>
          <p:cNvSpPr txBox="1"/>
          <p:nvPr>
            <p:ph type="title"/>
          </p:nvPr>
        </p:nvSpPr>
        <p:spPr>
          <a:xfrm>
            <a:off x="519850" y="844700"/>
            <a:ext cx="2309400" cy="2142000"/>
          </a:xfrm>
          <a:prstGeom prst="rect">
            <a:avLst/>
          </a:prstGeom>
        </p:spPr>
        <p:txBody>
          <a:bodyPr anchorCtr="0" anchor="ctr" bIns="91425" lIns="182875" spcFirstLastPara="1" rIns="182875" wrap="square" tIns="91425">
            <a:noAutofit/>
          </a:bodyPr>
          <a:lstStyle>
            <a:lvl1pPr lvl="0"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9pPr>
          </a:lstStyle>
          <a:p/>
        </p:txBody>
      </p:sp>
      <p:sp>
        <p:nvSpPr>
          <p:cNvPr id="80" name="Google Shape;80;p6"/>
          <p:cNvSpPr txBox="1"/>
          <p:nvPr>
            <p:ph idx="1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1" name="Google Shape;81;p6"/>
          <p:cNvSpPr txBox="1"/>
          <p:nvPr>
            <p:ph idx="14"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2" name="Google Shape;82;p6"/>
          <p:cNvSpPr txBox="1"/>
          <p:nvPr>
            <p:ph idx="1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3" name="Google Shape;83;p6"/>
          <p:cNvSpPr txBox="1"/>
          <p:nvPr>
            <p:ph idx="16"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84" name="Google Shape;84;p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5" name="Google Shape;85;p6"/>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6" name="Google Shape;86;p6"/>
          <p:cNvSpPr txBox="1"/>
          <p:nvPr>
            <p:ph idx="17" type="title"/>
          </p:nvPr>
        </p:nvSpPr>
        <p:spPr>
          <a:xfrm>
            <a:off x="519850" y="2986700"/>
            <a:ext cx="2309400" cy="2142000"/>
          </a:xfrm>
          <a:prstGeom prst="rect">
            <a:avLst/>
          </a:prstGeom>
        </p:spPr>
        <p:txBody>
          <a:bodyPr anchorCtr="0" anchor="ctr" bIns="91425" lIns="182875" spcFirstLastPara="1" rIns="182875" wrap="square" tIns="91425">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87" name="Google Shape;87;p6"/>
          <p:cNvSpPr txBox="1"/>
          <p:nvPr>
            <p:ph idx="18" type="subTitle"/>
          </p:nvPr>
        </p:nvSpPr>
        <p:spPr>
          <a:xfrm>
            <a:off x="2829250" y="2287525"/>
            <a:ext cx="1268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88" name="Google Shape;88;p6"/>
          <p:cNvSpPr/>
          <p:nvPr>
            <p:ph idx="19" type="pic"/>
          </p:nvPr>
        </p:nvSpPr>
        <p:spPr>
          <a:xfrm>
            <a:off x="2833325" y="844900"/>
            <a:ext cx="1259100" cy="1443000"/>
          </a:xfrm>
          <a:prstGeom prst="rect">
            <a:avLst/>
          </a:prstGeom>
          <a:noFill/>
          <a:ln>
            <a:noFill/>
          </a:ln>
        </p:spPr>
      </p:sp>
      <p:sp>
        <p:nvSpPr>
          <p:cNvPr id="89" name="Google Shape;89;p6"/>
          <p:cNvSpPr/>
          <p:nvPr>
            <p:ph idx="20" type="pic"/>
          </p:nvPr>
        </p:nvSpPr>
        <p:spPr>
          <a:xfrm>
            <a:off x="4102050" y="844900"/>
            <a:ext cx="1250100" cy="1443000"/>
          </a:xfrm>
          <a:prstGeom prst="rect">
            <a:avLst/>
          </a:prstGeom>
          <a:noFill/>
          <a:ln>
            <a:noFill/>
          </a:ln>
        </p:spPr>
      </p:sp>
      <p:sp>
        <p:nvSpPr>
          <p:cNvPr id="90" name="Google Shape;90;p6"/>
          <p:cNvSpPr/>
          <p:nvPr>
            <p:ph idx="21" type="pic"/>
          </p:nvPr>
        </p:nvSpPr>
        <p:spPr>
          <a:xfrm>
            <a:off x="5362100" y="844900"/>
            <a:ext cx="1250100" cy="1443000"/>
          </a:xfrm>
          <a:prstGeom prst="rect">
            <a:avLst/>
          </a:prstGeom>
          <a:noFill/>
          <a:ln>
            <a:noFill/>
          </a:ln>
        </p:spPr>
      </p:sp>
      <p:sp>
        <p:nvSpPr>
          <p:cNvPr id="91" name="Google Shape;91;p6"/>
          <p:cNvSpPr/>
          <p:nvPr>
            <p:ph idx="22" type="pic"/>
          </p:nvPr>
        </p:nvSpPr>
        <p:spPr>
          <a:xfrm>
            <a:off x="6622150" y="844900"/>
            <a:ext cx="1250100" cy="1443000"/>
          </a:xfrm>
          <a:prstGeom prst="rect">
            <a:avLst/>
          </a:prstGeom>
          <a:noFill/>
          <a:ln>
            <a:noFill/>
          </a:ln>
        </p:spPr>
      </p:sp>
      <p:sp>
        <p:nvSpPr>
          <p:cNvPr id="92" name="Google Shape;92;p6"/>
          <p:cNvSpPr/>
          <p:nvPr>
            <p:ph idx="23" type="pic"/>
          </p:nvPr>
        </p:nvSpPr>
        <p:spPr>
          <a:xfrm>
            <a:off x="7881550" y="844900"/>
            <a:ext cx="1262400" cy="1443000"/>
          </a:xfrm>
          <a:prstGeom prst="rect">
            <a:avLst/>
          </a:prstGeom>
          <a:noFill/>
          <a:ln>
            <a:noFill/>
          </a:ln>
        </p:spPr>
      </p:sp>
      <p:sp>
        <p:nvSpPr>
          <p:cNvPr id="93" name="Google Shape;93;p6"/>
          <p:cNvSpPr/>
          <p:nvPr>
            <p:ph idx="24" type="pic"/>
          </p:nvPr>
        </p:nvSpPr>
        <p:spPr>
          <a:xfrm>
            <a:off x="2833325" y="2991250"/>
            <a:ext cx="1259100" cy="1441800"/>
          </a:xfrm>
          <a:prstGeom prst="rect">
            <a:avLst/>
          </a:prstGeom>
          <a:noFill/>
          <a:ln>
            <a:noFill/>
          </a:ln>
        </p:spPr>
      </p:sp>
      <p:sp>
        <p:nvSpPr>
          <p:cNvPr id="94" name="Google Shape;94;p6"/>
          <p:cNvSpPr/>
          <p:nvPr>
            <p:ph idx="25" type="pic"/>
          </p:nvPr>
        </p:nvSpPr>
        <p:spPr>
          <a:xfrm>
            <a:off x="4102050" y="2991250"/>
            <a:ext cx="1250100" cy="1441800"/>
          </a:xfrm>
          <a:prstGeom prst="rect">
            <a:avLst/>
          </a:prstGeom>
          <a:noFill/>
          <a:ln>
            <a:noFill/>
          </a:ln>
        </p:spPr>
      </p:sp>
      <p:sp>
        <p:nvSpPr>
          <p:cNvPr id="95" name="Google Shape;95;p6"/>
          <p:cNvSpPr/>
          <p:nvPr>
            <p:ph idx="26" type="pic"/>
          </p:nvPr>
        </p:nvSpPr>
        <p:spPr>
          <a:xfrm>
            <a:off x="5362100" y="2991250"/>
            <a:ext cx="1250100" cy="1441800"/>
          </a:xfrm>
          <a:prstGeom prst="rect">
            <a:avLst/>
          </a:prstGeom>
          <a:noFill/>
          <a:ln>
            <a:noFill/>
          </a:ln>
        </p:spPr>
      </p:sp>
      <p:sp>
        <p:nvSpPr>
          <p:cNvPr id="96" name="Google Shape;96;p6"/>
          <p:cNvSpPr/>
          <p:nvPr>
            <p:ph idx="27" type="pic"/>
          </p:nvPr>
        </p:nvSpPr>
        <p:spPr>
          <a:xfrm>
            <a:off x="6622150" y="2991250"/>
            <a:ext cx="1250100" cy="1441800"/>
          </a:xfrm>
          <a:prstGeom prst="rect">
            <a:avLst/>
          </a:prstGeom>
          <a:noFill/>
          <a:ln>
            <a:noFill/>
          </a:ln>
        </p:spPr>
      </p:sp>
      <p:sp>
        <p:nvSpPr>
          <p:cNvPr id="97" name="Google Shape;97;p6"/>
          <p:cNvSpPr/>
          <p:nvPr>
            <p:ph idx="28" type="pic"/>
          </p:nvPr>
        </p:nvSpPr>
        <p:spPr>
          <a:xfrm>
            <a:off x="7881550" y="2991250"/>
            <a:ext cx="1262400" cy="14418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Milestones">
  <p:cSld name="BLANK_1_2_1">
    <p:bg>
      <p:bgPr>
        <a:solidFill>
          <a:schemeClr val="dk2"/>
        </a:solidFill>
      </p:bgPr>
    </p:bg>
    <p:spTree>
      <p:nvGrpSpPr>
        <p:cNvPr id="98" name="Shape 98"/>
        <p:cNvGrpSpPr/>
        <p:nvPr/>
      </p:nvGrpSpPr>
      <p:grpSpPr>
        <a:xfrm>
          <a:off x="0" y="0"/>
          <a:ext cx="0" cy="0"/>
          <a:chOff x="0" y="0"/>
          <a:chExt cx="0" cy="0"/>
        </a:xfrm>
      </p:grpSpPr>
      <p:sp>
        <p:nvSpPr>
          <p:cNvPr id="99" name="Google Shape;99;p7"/>
          <p:cNvSpPr txBox="1"/>
          <p:nvPr>
            <p:ph idx="1" type="body"/>
          </p:nvPr>
        </p:nvSpPr>
        <p:spPr>
          <a:xfrm>
            <a:off x="6777000" y="1805138"/>
            <a:ext cx="2053500" cy="8274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0" name="Google Shape;100;p7"/>
          <p:cNvSpPr txBox="1"/>
          <p:nvPr>
            <p:ph idx="2" type="body"/>
          </p:nvPr>
        </p:nvSpPr>
        <p:spPr>
          <a:xfrm>
            <a:off x="4684800" y="1755750"/>
            <a:ext cx="2086500" cy="1212600"/>
          </a:xfrm>
          <a:prstGeom prst="rect">
            <a:avLst/>
          </a:prstGeom>
        </p:spPr>
        <p:txBody>
          <a:bodyPr anchorCtr="0" anchor="t" bIns="0" lIns="182875" spcFirstLastPara="1" rIns="182875" wrap="square" tIns="0">
            <a:noAutofit/>
          </a:bodyPr>
          <a:lstStyle>
            <a:lvl1pPr indent="-292100" lvl="0" marL="457200">
              <a:lnSpc>
                <a:spcPct val="105000"/>
              </a:lnSpc>
              <a:spcBef>
                <a:spcPts val="0"/>
              </a:spcBef>
              <a:spcAft>
                <a:spcPts val="0"/>
              </a:spcAft>
              <a:buClr>
                <a:schemeClr val="dk2"/>
              </a:buClr>
              <a:buSzPts val="1000"/>
              <a:buFont typeface="Inter"/>
              <a:buChar char="●"/>
              <a:defRPr sz="1000">
                <a:solidFill>
                  <a:schemeClr val="dk2"/>
                </a:solidFill>
              </a:defRPr>
            </a:lvl1pPr>
            <a:lvl2pPr indent="-292100" lvl="1" marL="914400">
              <a:lnSpc>
                <a:spcPct val="105000"/>
              </a:lnSpc>
              <a:spcBef>
                <a:spcPts val="0"/>
              </a:spcBef>
              <a:spcAft>
                <a:spcPts val="0"/>
              </a:spcAft>
              <a:buClr>
                <a:schemeClr val="dk2"/>
              </a:buClr>
              <a:buSzPts val="1000"/>
              <a:buFont typeface="Inter"/>
              <a:buChar char="○"/>
              <a:defRPr sz="1000">
                <a:solidFill>
                  <a:schemeClr val="dk2"/>
                </a:solidFill>
              </a:defRPr>
            </a:lvl2pPr>
            <a:lvl3pPr indent="-292100" lvl="2" marL="1371600">
              <a:lnSpc>
                <a:spcPct val="105000"/>
              </a:lnSpc>
              <a:spcBef>
                <a:spcPts val="0"/>
              </a:spcBef>
              <a:spcAft>
                <a:spcPts val="0"/>
              </a:spcAft>
              <a:buClr>
                <a:schemeClr val="dk2"/>
              </a:buClr>
              <a:buSzPts val="1000"/>
              <a:buFont typeface="Inter"/>
              <a:buChar char="■"/>
              <a:defRPr sz="1000">
                <a:solidFill>
                  <a:schemeClr val="dk2"/>
                </a:solidFill>
              </a:defRPr>
            </a:lvl3pPr>
            <a:lvl4pPr indent="-292100" lvl="3" marL="1828800">
              <a:lnSpc>
                <a:spcPct val="105000"/>
              </a:lnSpc>
              <a:spcBef>
                <a:spcPts val="0"/>
              </a:spcBef>
              <a:spcAft>
                <a:spcPts val="0"/>
              </a:spcAft>
              <a:buClr>
                <a:schemeClr val="dk2"/>
              </a:buClr>
              <a:buSzPts val="1000"/>
              <a:buFont typeface="Inter"/>
              <a:buChar char="●"/>
              <a:defRPr sz="1000">
                <a:solidFill>
                  <a:schemeClr val="dk2"/>
                </a:solidFill>
              </a:defRPr>
            </a:lvl4pPr>
            <a:lvl5pPr indent="-292100" lvl="4" marL="2286000">
              <a:lnSpc>
                <a:spcPct val="105000"/>
              </a:lnSpc>
              <a:spcBef>
                <a:spcPts val="0"/>
              </a:spcBef>
              <a:spcAft>
                <a:spcPts val="0"/>
              </a:spcAft>
              <a:buClr>
                <a:schemeClr val="dk2"/>
              </a:buClr>
              <a:buSzPts val="1000"/>
              <a:buFont typeface="Inter"/>
              <a:buChar char="○"/>
              <a:defRPr sz="1000">
                <a:solidFill>
                  <a:schemeClr val="dk2"/>
                </a:solidFill>
              </a:defRPr>
            </a:lvl5pPr>
            <a:lvl6pPr indent="-292100" lvl="5" marL="2743200">
              <a:lnSpc>
                <a:spcPct val="105000"/>
              </a:lnSpc>
              <a:spcBef>
                <a:spcPts val="0"/>
              </a:spcBef>
              <a:spcAft>
                <a:spcPts val="0"/>
              </a:spcAft>
              <a:buClr>
                <a:schemeClr val="dk2"/>
              </a:buClr>
              <a:buSzPts val="1000"/>
              <a:buFont typeface="Inter"/>
              <a:buChar char="■"/>
              <a:defRPr sz="1000">
                <a:solidFill>
                  <a:schemeClr val="dk2"/>
                </a:solidFill>
              </a:defRPr>
            </a:lvl6pPr>
            <a:lvl7pPr indent="-292100" lvl="6" marL="3200400">
              <a:lnSpc>
                <a:spcPct val="105000"/>
              </a:lnSpc>
              <a:spcBef>
                <a:spcPts val="0"/>
              </a:spcBef>
              <a:spcAft>
                <a:spcPts val="0"/>
              </a:spcAft>
              <a:buClr>
                <a:schemeClr val="dk2"/>
              </a:buClr>
              <a:buSzPts val="1000"/>
              <a:buFont typeface="Inter"/>
              <a:buChar char="●"/>
              <a:defRPr sz="1000">
                <a:solidFill>
                  <a:schemeClr val="dk2"/>
                </a:solidFill>
              </a:defRPr>
            </a:lvl7pPr>
            <a:lvl8pPr indent="-292100" lvl="7" marL="3657600">
              <a:lnSpc>
                <a:spcPct val="105000"/>
              </a:lnSpc>
              <a:spcBef>
                <a:spcPts val="0"/>
              </a:spcBef>
              <a:spcAft>
                <a:spcPts val="0"/>
              </a:spcAft>
              <a:buClr>
                <a:schemeClr val="dk2"/>
              </a:buClr>
              <a:buSzPts val="1000"/>
              <a:buFont typeface="Inter"/>
              <a:buChar char="○"/>
              <a:defRPr sz="1000">
                <a:solidFill>
                  <a:schemeClr val="dk2"/>
                </a:solidFill>
              </a:defRPr>
            </a:lvl8pPr>
            <a:lvl9pPr indent="-292100" lvl="8" marL="4114800">
              <a:lnSpc>
                <a:spcPct val="105000"/>
              </a:lnSpc>
              <a:spcBef>
                <a:spcPts val="0"/>
              </a:spcBef>
              <a:spcAft>
                <a:spcPts val="0"/>
              </a:spcAft>
              <a:buClr>
                <a:schemeClr val="dk2"/>
              </a:buClr>
              <a:buSzPts val="1000"/>
              <a:buFont typeface="Inter"/>
              <a:buChar char="■"/>
              <a:defRPr sz="1000">
                <a:solidFill>
                  <a:schemeClr val="dk2"/>
                </a:solidFill>
              </a:defRPr>
            </a:lvl9pPr>
          </a:lstStyle>
          <a:p/>
        </p:txBody>
      </p:sp>
      <p:sp>
        <p:nvSpPr>
          <p:cNvPr id="101" name="Google Shape;101;p7"/>
          <p:cNvSpPr txBox="1"/>
          <p:nvPr>
            <p:ph idx="3" type="body"/>
          </p:nvPr>
        </p:nvSpPr>
        <p:spPr>
          <a:xfrm>
            <a:off x="4684800" y="3390775"/>
            <a:ext cx="2086500" cy="609600"/>
          </a:xfrm>
          <a:prstGeom prst="rect">
            <a:avLst/>
          </a:prstGeom>
        </p:spPr>
        <p:txBody>
          <a:bodyPr anchorCtr="0" anchor="t" bIns="0" lIns="182875" spcFirstLastPara="1" rIns="182875" wrap="square" tIns="0">
            <a:noAutofit/>
          </a:bodyPr>
          <a:lstStyle>
            <a:lvl1pPr indent="-292100" lvl="0" marL="457200">
              <a:lnSpc>
                <a:spcPct val="105000"/>
              </a:lnSpc>
              <a:spcBef>
                <a:spcPts val="0"/>
              </a:spcBef>
              <a:spcAft>
                <a:spcPts val="0"/>
              </a:spcAft>
              <a:buClr>
                <a:schemeClr val="dk2"/>
              </a:buClr>
              <a:buSzPts val="1000"/>
              <a:buFont typeface="Inter"/>
              <a:buChar char="●"/>
              <a:defRPr sz="1000">
                <a:solidFill>
                  <a:schemeClr val="dk2"/>
                </a:solidFill>
              </a:defRPr>
            </a:lvl1pPr>
            <a:lvl2pPr indent="-292100" lvl="1" marL="914400">
              <a:lnSpc>
                <a:spcPct val="105000"/>
              </a:lnSpc>
              <a:spcBef>
                <a:spcPts val="0"/>
              </a:spcBef>
              <a:spcAft>
                <a:spcPts val="0"/>
              </a:spcAft>
              <a:buClr>
                <a:schemeClr val="dk2"/>
              </a:buClr>
              <a:buSzPts val="1000"/>
              <a:buFont typeface="Inter"/>
              <a:buChar char="○"/>
              <a:defRPr sz="1000">
                <a:solidFill>
                  <a:schemeClr val="dk2"/>
                </a:solidFill>
              </a:defRPr>
            </a:lvl2pPr>
            <a:lvl3pPr indent="-292100" lvl="2" marL="1371600">
              <a:lnSpc>
                <a:spcPct val="105000"/>
              </a:lnSpc>
              <a:spcBef>
                <a:spcPts val="0"/>
              </a:spcBef>
              <a:spcAft>
                <a:spcPts val="0"/>
              </a:spcAft>
              <a:buClr>
                <a:schemeClr val="dk2"/>
              </a:buClr>
              <a:buSzPts val="1000"/>
              <a:buFont typeface="Inter"/>
              <a:buChar char="■"/>
              <a:defRPr sz="1000">
                <a:solidFill>
                  <a:schemeClr val="dk2"/>
                </a:solidFill>
              </a:defRPr>
            </a:lvl3pPr>
            <a:lvl4pPr indent="-292100" lvl="3" marL="1828800">
              <a:lnSpc>
                <a:spcPct val="105000"/>
              </a:lnSpc>
              <a:spcBef>
                <a:spcPts val="0"/>
              </a:spcBef>
              <a:spcAft>
                <a:spcPts val="0"/>
              </a:spcAft>
              <a:buClr>
                <a:schemeClr val="dk2"/>
              </a:buClr>
              <a:buSzPts val="1000"/>
              <a:buFont typeface="Inter"/>
              <a:buChar char="●"/>
              <a:defRPr sz="1000">
                <a:solidFill>
                  <a:schemeClr val="dk2"/>
                </a:solidFill>
              </a:defRPr>
            </a:lvl4pPr>
            <a:lvl5pPr indent="-292100" lvl="4" marL="2286000">
              <a:lnSpc>
                <a:spcPct val="105000"/>
              </a:lnSpc>
              <a:spcBef>
                <a:spcPts val="0"/>
              </a:spcBef>
              <a:spcAft>
                <a:spcPts val="0"/>
              </a:spcAft>
              <a:buClr>
                <a:schemeClr val="dk2"/>
              </a:buClr>
              <a:buSzPts val="1000"/>
              <a:buFont typeface="Inter"/>
              <a:buChar char="○"/>
              <a:defRPr sz="1000">
                <a:solidFill>
                  <a:schemeClr val="dk2"/>
                </a:solidFill>
              </a:defRPr>
            </a:lvl5pPr>
            <a:lvl6pPr indent="-292100" lvl="5" marL="2743200">
              <a:lnSpc>
                <a:spcPct val="105000"/>
              </a:lnSpc>
              <a:spcBef>
                <a:spcPts val="0"/>
              </a:spcBef>
              <a:spcAft>
                <a:spcPts val="0"/>
              </a:spcAft>
              <a:buClr>
                <a:schemeClr val="dk2"/>
              </a:buClr>
              <a:buSzPts val="1000"/>
              <a:buFont typeface="Inter"/>
              <a:buChar char="■"/>
              <a:defRPr sz="1000">
                <a:solidFill>
                  <a:schemeClr val="dk2"/>
                </a:solidFill>
              </a:defRPr>
            </a:lvl6pPr>
            <a:lvl7pPr indent="-292100" lvl="6" marL="3200400">
              <a:lnSpc>
                <a:spcPct val="105000"/>
              </a:lnSpc>
              <a:spcBef>
                <a:spcPts val="0"/>
              </a:spcBef>
              <a:spcAft>
                <a:spcPts val="0"/>
              </a:spcAft>
              <a:buClr>
                <a:schemeClr val="dk2"/>
              </a:buClr>
              <a:buSzPts val="1000"/>
              <a:buFont typeface="Inter"/>
              <a:buChar char="●"/>
              <a:defRPr sz="1000">
                <a:solidFill>
                  <a:schemeClr val="dk2"/>
                </a:solidFill>
              </a:defRPr>
            </a:lvl7pPr>
            <a:lvl8pPr indent="-292100" lvl="7" marL="3657600">
              <a:lnSpc>
                <a:spcPct val="105000"/>
              </a:lnSpc>
              <a:spcBef>
                <a:spcPts val="0"/>
              </a:spcBef>
              <a:spcAft>
                <a:spcPts val="0"/>
              </a:spcAft>
              <a:buClr>
                <a:schemeClr val="dk2"/>
              </a:buClr>
              <a:buSzPts val="1000"/>
              <a:buFont typeface="Inter"/>
              <a:buChar char="○"/>
              <a:defRPr sz="1000">
                <a:solidFill>
                  <a:schemeClr val="dk2"/>
                </a:solidFill>
              </a:defRPr>
            </a:lvl8pPr>
            <a:lvl9pPr indent="-292100" lvl="8" marL="4114800">
              <a:lnSpc>
                <a:spcPct val="105000"/>
              </a:lnSpc>
              <a:spcBef>
                <a:spcPts val="0"/>
              </a:spcBef>
              <a:spcAft>
                <a:spcPts val="0"/>
              </a:spcAft>
              <a:buClr>
                <a:schemeClr val="dk2"/>
              </a:buClr>
              <a:buSzPts val="1000"/>
              <a:buFont typeface="Inter"/>
              <a:buChar char="■"/>
              <a:defRPr sz="1000">
                <a:solidFill>
                  <a:schemeClr val="dk2"/>
                </a:solidFill>
              </a:defRPr>
            </a:lvl9pPr>
          </a:lstStyle>
          <a:p/>
        </p:txBody>
      </p:sp>
      <p:sp>
        <p:nvSpPr>
          <p:cNvPr id="102" name="Google Shape;102;p7"/>
          <p:cNvSpPr txBox="1"/>
          <p:nvPr>
            <p:ph idx="4" type="subTitle"/>
          </p:nvPr>
        </p:nvSpPr>
        <p:spPr>
          <a:xfrm>
            <a:off x="6778383" y="3350950"/>
            <a:ext cx="20535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03" name="Google Shape;103;p7"/>
          <p:cNvSpPr txBox="1"/>
          <p:nvPr>
            <p:ph idx="5" type="subTitle"/>
          </p:nvPr>
        </p:nvSpPr>
        <p:spPr>
          <a:xfrm>
            <a:off x="6778457" y="3535750"/>
            <a:ext cx="20535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04" name="Google Shape;104;p7"/>
          <p:cNvSpPr txBox="1"/>
          <p:nvPr>
            <p:ph idx="6" type="body"/>
          </p:nvPr>
        </p:nvSpPr>
        <p:spPr>
          <a:xfrm>
            <a:off x="6777000" y="3955275"/>
            <a:ext cx="2053500" cy="8274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5" name="Google Shape;105;p7"/>
          <p:cNvSpPr txBox="1"/>
          <p:nvPr>
            <p:ph idx="7" type="subTitle"/>
          </p:nvPr>
        </p:nvSpPr>
        <p:spPr>
          <a:xfrm>
            <a:off x="6778383" y="1200813"/>
            <a:ext cx="20535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06" name="Google Shape;106;p7"/>
          <p:cNvSpPr txBox="1"/>
          <p:nvPr>
            <p:ph idx="8" type="subTitle"/>
          </p:nvPr>
        </p:nvSpPr>
        <p:spPr>
          <a:xfrm>
            <a:off x="6778457" y="1385613"/>
            <a:ext cx="20535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07" name="Google Shape;107;p7"/>
          <p:cNvSpPr txBox="1"/>
          <p:nvPr>
            <p:ph idx="9" type="subTitle"/>
          </p:nvPr>
        </p:nvSpPr>
        <p:spPr>
          <a:xfrm>
            <a:off x="518725" y="1576950"/>
            <a:ext cx="20793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08" name="Google Shape;108;p7"/>
          <p:cNvSpPr txBox="1"/>
          <p:nvPr>
            <p:ph idx="13" type="subTitle"/>
          </p:nvPr>
        </p:nvSpPr>
        <p:spPr>
          <a:xfrm>
            <a:off x="518800" y="1761750"/>
            <a:ext cx="20793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09" name="Google Shape;109;p7"/>
          <p:cNvSpPr txBox="1"/>
          <p:nvPr>
            <p:ph idx="14" type="body"/>
          </p:nvPr>
        </p:nvSpPr>
        <p:spPr>
          <a:xfrm>
            <a:off x="517325" y="2181275"/>
            <a:ext cx="2079300" cy="1885200"/>
          </a:xfrm>
          <a:prstGeom prst="rect">
            <a:avLst/>
          </a:prstGeom>
        </p:spPr>
        <p:txBody>
          <a:bodyPr anchorCtr="0" anchor="t" bIns="14630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0" name="Google Shape;110;p7"/>
          <p:cNvSpPr txBox="1"/>
          <p:nvPr>
            <p:ph idx="15" type="subTitle"/>
          </p:nvPr>
        </p:nvSpPr>
        <p:spPr>
          <a:xfrm>
            <a:off x="2599579" y="1576950"/>
            <a:ext cx="20850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11" name="Google Shape;111;p7"/>
          <p:cNvSpPr txBox="1"/>
          <p:nvPr>
            <p:ph idx="16" type="subTitle"/>
          </p:nvPr>
        </p:nvSpPr>
        <p:spPr>
          <a:xfrm>
            <a:off x="2599654" y="1761750"/>
            <a:ext cx="20850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12" name="Google Shape;112;p7"/>
          <p:cNvSpPr txBox="1"/>
          <p:nvPr>
            <p:ph idx="17" type="body"/>
          </p:nvPr>
        </p:nvSpPr>
        <p:spPr>
          <a:xfrm>
            <a:off x="2598175" y="2181275"/>
            <a:ext cx="2085000" cy="1885200"/>
          </a:xfrm>
          <a:prstGeom prst="rect">
            <a:avLst/>
          </a:prstGeom>
        </p:spPr>
        <p:txBody>
          <a:bodyPr anchorCtr="0" anchor="t" bIns="146300" lIns="182875" spcFirstLastPara="1" rIns="182875"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113" name="Google Shape;113;p7"/>
          <p:cNvSpPr txBox="1"/>
          <p:nvPr>
            <p:ph idx="18"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14" name="Google Shape;114;p7"/>
          <p:cNvSpPr txBox="1"/>
          <p:nvPr>
            <p:ph idx="19"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15" name="Google Shape;115;p7"/>
          <p:cNvSpPr txBox="1"/>
          <p:nvPr>
            <p:ph idx="20"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16" name="Google Shape;116;p7"/>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117" name="Google Shape;117;p7"/>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18" name="Google Shape;118;p7"/>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119" name="Google Shape;119;p7"/>
          <p:cNvSpPr txBox="1"/>
          <p:nvPr>
            <p:ph idx="21" type="title"/>
          </p:nvPr>
        </p:nvSpPr>
        <p:spPr>
          <a:xfrm>
            <a:off x="518575" y="3955025"/>
            <a:ext cx="2079300" cy="1188600"/>
          </a:xfrm>
          <a:prstGeom prst="rect">
            <a:avLst/>
          </a:prstGeom>
        </p:spPr>
        <p:txBody>
          <a:bodyPr anchorCtr="0" anchor="ctr" bIns="0" lIns="182875" spcFirstLastPara="1" rIns="0" wrap="square" tIns="0">
            <a:noAutofit/>
          </a:bodyPr>
          <a:lstStyle>
            <a:lvl1pPr lvl="0">
              <a:spcBef>
                <a:spcPts val="0"/>
              </a:spcBef>
              <a:spcAft>
                <a:spcPts val="0"/>
              </a:spcAft>
              <a:buClr>
                <a:schemeClr val="accent3"/>
              </a:buClr>
              <a:buSzPts val="5500"/>
              <a:buFont typeface="Gowun Batang"/>
              <a:buChar char="●"/>
              <a:defRPr sz="5500">
                <a:solidFill>
                  <a:schemeClr val="accent3"/>
                </a:solidFill>
              </a:defRPr>
            </a:lvl1pPr>
            <a:lvl2pPr lvl="1">
              <a:spcBef>
                <a:spcPts val="0"/>
              </a:spcBef>
              <a:spcAft>
                <a:spcPts val="0"/>
              </a:spcAft>
              <a:buClr>
                <a:schemeClr val="accent3"/>
              </a:buClr>
              <a:buSzPts val="5500"/>
              <a:buFont typeface="Gowun Batang"/>
              <a:buChar char="○"/>
              <a:defRPr sz="5500">
                <a:solidFill>
                  <a:schemeClr val="accent3"/>
                </a:solidFill>
              </a:defRPr>
            </a:lvl2pPr>
            <a:lvl3pPr lvl="2">
              <a:spcBef>
                <a:spcPts val="0"/>
              </a:spcBef>
              <a:spcAft>
                <a:spcPts val="0"/>
              </a:spcAft>
              <a:buClr>
                <a:schemeClr val="accent3"/>
              </a:buClr>
              <a:buSzPts val="5500"/>
              <a:buFont typeface="Gowun Batang"/>
              <a:buChar char="■"/>
              <a:defRPr sz="5500">
                <a:solidFill>
                  <a:schemeClr val="accent3"/>
                </a:solidFill>
              </a:defRPr>
            </a:lvl3pPr>
            <a:lvl4pPr lvl="3">
              <a:spcBef>
                <a:spcPts val="0"/>
              </a:spcBef>
              <a:spcAft>
                <a:spcPts val="0"/>
              </a:spcAft>
              <a:buClr>
                <a:schemeClr val="accent3"/>
              </a:buClr>
              <a:buSzPts val="5500"/>
              <a:buFont typeface="Gowun Batang"/>
              <a:buChar char="●"/>
              <a:defRPr sz="5500">
                <a:solidFill>
                  <a:schemeClr val="accent3"/>
                </a:solidFill>
              </a:defRPr>
            </a:lvl4pPr>
            <a:lvl5pPr lvl="4">
              <a:spcBef>
                <a:spcPts val="0"/>
              </a:spcBef>
              <a:spcAft>
                <a:spcPts val="0"/>
              </a:spcAft>
              <a:buClr>
                <a:schemeClr val="accent3"/>
              </a:buClr>
              <a:buSzPts val="5500"/>
              <a:buFont typeface="Gowun Batang"/>
              <a:buChar char="○"/>
              <a:defRPr sz="5500">
                <a:solidFill>
                  <a:schemeClr val="accent3"/>
                </a:solidFill>
              </a:defRPr>
            </a:lvl5pPr>
            <a:lvl6pPr lvl="5">
              <a:spcBef>
                <a:spcPts val="0"/>
              </a:spcBef>
              <a:spcAft>
                <a:spcPts val="0"/>
              </a:spcAft>
              <a:buClr>
                <a:schemeClr val="accent3"/>
              </a:buClr>
              <a:buSzPts val="5500"/>
              <a:buFont typeface="Gowun Batang"/>
              <a:buChar char="■"/>
              <a:defRPr sz="5500">
                <a:solidFill>
                  <a:schemeClr val="accent3"/>
                </a:solidFill>
              </a:defRPr>
            </a:lvl6pPr>
            <a:lvl7pPr lvl="6">
              <a:spcBef>
                <a:spcPts val="0"/>
              </a:spcBef>
              <a:spcAft>
                <a:spcPts val="0"/>
              </a:spcAft>
              <a:buClr>
                <a:schemeClr val="accent3"/>
              </a:buClr>
              <a:buSzPts val="5500"/>
              <a:buFont typeface="Gowun Batang"/>
              <a:buChar char="●"/>
              <a:defRPr sz="5500">
                <a:solidFill>
                  <a:schemeClr val="accent3"/>
                </a:solidFill>
              </a:defRPr>
            </a:lvl7pPr>
            <a:lvl8pPr lvl="7">
              <a:spcBef>
                <a:spcPts val="0"/>
              </a:spcBef>
              <a:spcAft>
                <a:spcPts val="0"/>
              </a:spcAft>
              <a:buClr>
                <a:schemeClr val="accent3"/>
              </a:buClr>
              <a:buSzPts val="5500"/>
              <a:buFont typeface="Gowun Batang"/>
              <a:buChar char="○"/>
              <a:defRPr sz="5500">
                <a:solidFill>
                  <a:schemeClr val="accent3"/>
                </a:solidFill>
              </a:defRPr>
            </a:lvl8pPr>
            <a:lvl9pPr lvl="8">
              <a:spcBef>
                <a:spcPts val="0"/>
              </a:spcBef>
              <a:spcAft>
                <a:spcPts val="0"/>
              </a:spcAft>
              <a:buClr>
                <a:schemeClr val="accent3"/>
              </a:buClr>
              <a:buSzPts val="5500"/>
              <a:buFont typeface="Gowun Batang"/>
              <a:buChar char="■"/>
              <a:defRPr sz="5500">
                <a:solidFill>
                  <a:schemeClr val="accent3"/>
                </a:solidFill>
              </a:defRPr>
            </a:lvl9pPr>
          </a:lstStyle>
          <a:p/>
        </p:txBody>
      </p:sp>
      <p:sp>
        <p:nvSpPr>
          <p:cNvPr id="120" name="Google Shape;120;p7"/>
          <p:cNvSpPr txBox="1"/>
          <p:nvPr>
            <p:ph idx="22" type="title"/>
          </p:nvPr>
        </p:nvSpPr>
        <p:spPr>
          <a:xfrm>
            <a:off x="2596700" y="3955025"/>
            <a:ext cx="2086500" cy="1188600"/>
          </a:xfrm>
          <a:prstGeom prst="rect">
            <a:avLst/>
          </a:prstGeom>
        </p:spPr>
        <p:txBody>
          <a:bodyPr anchorCtr="0" anchor="ctr" bIns="0" lIns="182875" spcFirstLastPara="1" rIns="0" wrap="square" tIns="0">
            <a:noAutofit/>
          </a:bodyPr>
          <a:lstStyle>
            <a:lvl1pPr lvl="0">
              <a:spcBef>
                <a:spcPts val="0"/>
              </a:spcBef>
              <a:spcAft>
                <a:spcPts val="0"/>
              </a:spcAft>
              <a:buClr>
                <a:schemeClr val="accent3"/>
              </a:buClr>
              <a:buSzPts val="5500"/>
              <a:buFont typeface="Gowun Batang"/>
              <a:buChar char="●"/>
              <a:defRPr sz="5500">
                <a:solidFill>
                  <a:schemeClr val="accent3"/>
                </a:solidFill>
              </a:defRPr>
            </a:lvl1pPr>
            <a:lvl2pPr lvl="1">
              <a:spcBef>
                <a:spcPts val="0"/>
              </a:spcBef>
              <a:spcAft>
                <a:spcPts val="0"/>
              </a:spcAft>
              <a:buClr>
                <a:schemeClr val="accent3"/>
              </a:buClr>
              <a:buSzPts val="5500"/>
              <a:buFont typeface="Gowun Batang"/>
              <a:buChar char="○"/>
              <a:defRPr sz="5500">
                <a:solidFill>
                  <a:schemeClr val="accent3"/>
                </a:solidFill>
              </a:defRPr>
            </a:lvl2pPr>
            <a:lvl3pPr lvl="2">
              <a:spcBef>
                <a:spcPts val="0"/>
              </a:spcBef>
              <a:spcAft>
                <a:spcPts val="0"/>
              </a:spcAft>
              <a:buClr>
                <a:schemeClr val="accent3"/>
              </a:buClr>
              <a:buSzPts val="5500"/>
              <a:buFont typeface="Gowun Batang"/>
              <a:buChar char="■"/>
              <a:defRPr sz="5500">
                <a:solidFill>
                  <a:schemeClr val="accent3"/>
                </a:solidFill>
              </a:defRPr>
            </a:lvl3pPr>
            <a:lvl4pPr lvl="3">
              <a:spcBef>
                <a:spcPts val="0"/>
              </a:spcBef>
              <a:spcAft>
                <a:spcPts val="0"/>
              </a:spcAft>
              <a:buClr>
                <a:schemeClr val="accent3"/>
              </a:buClr>
              <a:buSzPts val="5500"/>
              <a:buFont typeface="Gowun Batang"/>
              <a:buChar char="●"/>
              <a:defRPr sz="5500">
                <a:solidFill>
                  <a:schemeClr val="accent3"/>
                </a:solidFill>
              </a:defRPr>
            </a:lvl4pPr>
            <a:lvl5pPr lvl="4">
              <a:spcBef>
                <a:spcPts val="0"/>
              </a:spcBef>
              <a:spcAft>
                <a:spcPts val="0"/>
              </a:spcAft>
              <a:buClr>
                <a:schemeClr val="accent3"/>
              </a:buClr>
              <a:buSzPts val="5500"/>
              <a:buFont typeface="Gowun Batang"/>
              <a:buChar char="○"/>
              <a:defRPr sz="5500">
                <a:solidFill>
                  <a:schemeClr val="accent3"/>
                </a:solidFill>
              </a:defRPr>
            </a:lvl5pPr>
            <a:lvl6pPr lvl="5">
              <a:spcBef>
                <a:spcPts val="0"/>
              </a:spcBef>
              <a:spcAft>
                <a:spcPts val="0"/>
              </a:spcAft>
              <a:buClr>
                <a:schemeClr val="accent3"/>
              </a:buClr>
              <a:buSzPts val="5500"/>
              <a:buFont typeface="Gowun Batang"/>
              <a:buChar char="■"/>
              <a:defRPr sz="5500">
                <a:solidFill>
                  <a:schemeClr val="accent3"/>
                </a:solidFill>
              </a:defRPr>
            </a:lvl6pPr>
            <a:lvl7pPr lvl="6">
              <a:spcBef>
                <a:spcPts val="0"/>
              </a:spcBef>
              <a:spcAft>
                <a:spcPts val="0"/>
              </a:spcAft>
              <a:buClr>
                <a:schemeClr val="accent3"/>
              </a:buClr>
              <a:buSzPts val="5500"/>
              <a:buFont typeface="Gowun Batang"/>
              <a:buChar char="●"/>
              <a:defRPr sz="5500">
                <a:solidFill>
                  <a:schemeClr val="accent3"/>
                </a:solidFill>
              </a:defRPr>
            </a:lvl7pPr>
            <a:lvl8pPr lvl="7">
              <a:spcBef>
                <a:spcPts val="0"/>
              </a:spcBef>
              <a:spcAft>
                <a:spcPts val="0"/>
              </a:spcAft>
              <a:buClr>
                <a:schemeClr val="accent3"/>
              </a:buClr>
              <a:buSzPts val="5500"/>
              <a:buFont typeface="Gowun Batang"/>
              <a:buChar char="○"/>
              <a:defRPr sz="5500">
                <a:solidFill>
                  <a:schemeClr val="accent3"/>
                </a:solidFill>
              </a:defRPr>
            </a:lvl8pPr>
            <a:lvl9pPr lvl="8">
              <a:spcBef>
                <a:spcPts val="0"/>
              </a:spcBef>
              <a:spcAft>
                <a:spcPts val="0"/>
              </a:spcAft>
              <a:buClr>
                <a:schemeClr val="accent3"/>
              </a:buClr>
              <a:buSzPts val="5500"/>
              <a:buFont typeface="Gowun Batang"/>
              <a:buChar char="■"/>
              <a:defRPr sz="5500">
                <a:solidFill>
                  <a:schemeClr val="accent3"/>
                </a:solidFill>
              </a:defRPr>
            </a:lvl9pPr>
          </a:lstStyle>
          <a:p/>
        </p:txBody>
      </p:sp>
      <p:sp>
        <p:nvSpPr>
          <p:cNvPr id="121" name="Google Shape;121;p7"/>
          <p:cNvSpPr txBox="1"/>
          <p:nvPr>
            <p:ph idx="23" type="subTitle"/>
          </p:nvPr>
        </p:nvSpPr>
        <p:spPr>
          <a:xfrm>
            <a:off x="4684800" y="1002050"/>
            <a:ext cx="20865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22" name="Google Shape;122;p7"/>
          <p:cNvSpPr txBox="1"/>
          <p:nvPr>
            <p:ph idx="24" type="subTitle"/>
          </p:nvPr>
        </p:nvSpPr>
        <p:spPr>
          <a:xfrm>
            <a:off x="4684871" y="1186850"/>
            <a:ext cx="2086500" cy="480300"/>
          </a:xfrm>
          <a:prstGeom prst="rect">
            <a:avLst/>
          </a:prstGeom>
        </p:spPr>
        <p:txBody>
          <a:bodyPr anchorCtr="0" anchor="b" bIns="0" lIns="182875" spcFirstLastPara="1" rIns="9142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23" name="Google Shape;123;p7"/>
          <p:cNvSpPr txBox="1"/>
          <p:nvPr>
            <p:ph idx="25" type="subTitle"/>
          </p:nvPr>
        </p:nvSpPr>
        <p:spPr>
          <a:xfrm>
            <a:off x="4684875" y="3088650"/>
            <a:ext cx="2086500" cy="243000"/>
          </a:xfrm>
          <a:prstGeom prst="rect">
            <a:avLst/>
          </a:prstGeom>
        </p:spPr>
        <p:txBody>
          <a:bodyPr anchorCtr="0" anchor="b" bIns="0" lIns="182875" spcFirstLastPara="1" rIns="9142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24" name="Google Shape;124;p7"/>
          <p:cNvSpPr txBox="1"/>
          <p:nvPr>
            <p:ph idx="26" type="subTitle"/>
          </p:nvPr>
        </p:nvSpPr>
        <p:spPr>
          <a:xfrm>
            <a:off x="4684875" y="4079075"/>
            <a:ext cx="2086500" cy="243000"/>
          </a:xfrm>
          <a:prstGeom prst="rect">
            <a:avLst/>
          </a:prstGeom>
        </p:spPr>
        <p:txBody>
          <a:bodyPr anchorCtr="0" anchor="b" bIns="0" lIns="182875" spcFirstLastPara="1" rIns="9142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25" name="Google Shape;125;p7"/>
          <p:cNvSpPr txBox="1"/>
          <p:nvPr>
            <p:ph idx="27" type="body"/>
          </p:nvPr>
        </p:nvSpPr>
        <p:spPr>
          <a:xfrm>
            <a:off x="4684800" y="4385550"/>
            <a:ext cx="2086500" cy="609600"/>
          </a:xfrm>
          <a:prstGeom prst="rect">
            <a:avLst/>
          </a:prstGeom>
        </p:spPr>
        <p:txBody>
          <a:bodyPr anchorCtr="0" anchor="t" bIns="0" lIns="182875" spcFirstLastPara="1" rIns="182875" wrap="square" tIns="0">
            <a:noAutofit/>
          </a:bodyPr>
          <a:lstStyle>
            <a:lvl1pPr indent="-292100" lvl="0" marL="457200">
              <a:lnSpc>
                <a:spcPct val="105000"/>
              </a:lnSpc>
              <a:spcBef>
                <a:spcPts val="0"/>
              </a:spcBef>
              <a:spcAft>
                <a:spcPts val="0"/>
              </a:spcAft>
              <a:buClr>
                <a:schemeClr val="dk2"/>
              </a:buClr>
              <a:buSzPts val="1000"/>
              <a:buFont typeface="Inter"/>
              <a:buChar char="●"/>
              <a:defRPr sz="1000">
                <a:solidFill>
                  <a:schemeClr val="dk2"/>
                </a:solidFill>
              </a:defRPr>
            </a:lvl1pPr>
            <a:lvl2pPr indent="-292100" lvl="1" marL="914400">
              <a:lnSpc>
                <a:spcPct val="105000"/>
              </a:lnSpc>
              <a:spcBef>
                <a:spcPts val="800"/>
              </a:spcBef>
              <a:spcAft>
                <a:spcPts val="0"/>
              </a:spcAft>
              <a:buClr>
                <a:schemeClr val="dk2"/>
              </a:buClr>
              <a:buSzPts val="1000"/>
              <a:buFont typeface="Inter"/>
              <a:buChar char="○"/>
              <a:defRPr sz="1000">
                <a:solidFill>
                  <a:schemeClr val="dk2"/>
                </a:solidFill>
              </a:defRPr>
            </a:lvl2pPr>
            <a:lvl3pPr indent="-292100" lvl="2" marL="1371600">
              <a:lnSpc>
                <a:spcPct val="105000"/>
              </a:lnSpc>
              <a:spcBef>
                <a:spcPts val="800"/>
              </a:spcBef>
              <a:spcAft>
                <a:spcPts val="0"/>
              </a:spcAft>
              <a:buClr>
                <a:schemeClr val="dk2"/>
              </a:buClr>
              <a:buSzPts val="1000"/>
              <a:buFont typeface="Inter"/>
              <a:buChar char="■"/>
              <a:defRPr sz="1000">
                <a:solidFill>
                  <a:schemeClr val="dk2"/>
                </a:solidFill>
              </a:defRPr>
            </a:lvl3pPr>
            <a:lvl4pPr indent="-292100" lvl="3" marL="1828800">
              <a:lnSpc>
                <a:spcPct val="105000"/>
              </a:lnSpc>
              <a:spcBef>
                <a:spcPts val="800"/>
              </a:spcBef>
              <a:spcAft>
                <a:spcPts val="0"/>
              </a:spcAft>
              <a:buClr>
                <a:schemeClr val="dk2"/>
              </a:buClr>
              <a:buSzPts val="1000"/>
              <a:buFont typeface="Inter"/>
              <a:buChar char="●"/>
              <a:defRPr sz="1000">
                <a:solidFill>
                  <a:schemeClr val="dk2"/>
                </a:solidFill>
              </a:defRPr>
            </a:lvl4pPr>
            <a:lvl5pPr indent="-292100" lvl="4" marL="2286000">
              <a:lnSpc>
                <a:spcPct val="105000"/>
              </a:lnSpc>
              <a:spcBef>
                <a:spcPts val="800"/>
              </a:spcBef>
              <a:spcAft>
                <a:spcPts val="0"/>
              </a:spcAft>
              <a:buClr>
                <a:schemeClr val="dk2"/>
              </a:buClr>
              <a:buSzPts val="1000"/>
              <a:buFont typeface="Inter"/>
              <a:buChar char="○"/>
              <a:defRPr sz="1000">
                <a:solidFill>
                  <a:schemeClr val="dk2"/>
                </a:solidFill>
              </a:defRPr>
            </a:lvl5pPr>
            <a:lvl6pPr indent="-292100" lvl="5" marL="2743200">
              <a:lnSpc>
                <a:spcPct val="105000"/>
              </a:lnSpc>
              <a:spcBef>
                <a:spcPts val="800"/>
              </a:spcBef>
              <a:spcAft>
                <a:spcPts val="0"/>
              </a:spcAft>
              <a:buClr>
                <a:schemeClr val="dk2"/>
              </a:buClr>
              <a:buSzPts val="1000"/>
              <a:buFont typeface="Inter"/>
              <a:buChar char="■"/>
              <a:defRPr sz="1000">
                <a:solidFill>
                  <a:schemeClr val="dk2"/>
                </a:solidFill>
              </a:defRPr>
            </a:lvl6pPr>
            <a:lvl7pPr indent="-292100" lvl="6" marL="3200400">
              <a:lnSpc>
                <a:spcPct val="105000"/>
              </a:lnSpc>
              <a:spcBef>
                <a:spcPts val="800"/>
              </a:spcBef>
              <a:spcAft>
                <a:spcPts val="0"/>
              </a:spcAft>
              <a:buClr>
                <a:schemeClr val="dk2"/>
              </a:buClr>
              <a:buSzPts val="1000"/>
              <a:buFont typeface="Inter"/>
              <a:buChar char="●"/>
              <a:defRPr sz="1000">
                <a:solidFill>
                  <a:schemeClr val="dk2"/>
                </a:solidFill>
              </a:defRPr>
            </a:lvl7pPr>
            <a:lvl8pPr indent="-292100" lvl="7" marL="3657600">
              <a:lnSpc>
                <a:spcPct val="105000"/>
              </a:lnSpc>
              <a:spcBef>
                <a:spcPts val="800"/>
              </a:spcBef>
              <a:spcAft>
                <a:spcPts val="0"/>
              </a:spcAft>
              <a:buClr>
                <a:schemeClr val="dk2"/>
              </a:buClr>
              <a:buSzPts val="1000"/>
              <a:buFont typeface="Inter"/>
              <a:buChar char="○"/>
              <a:defRPr sz="1000">
                <a:solidFill>
                  <a:schemeClr val="dk2"/>
                </a:solidFill>
              </a:defRPr>
            </a:lvl8pPr>
            <a:lvl9pPr indent="-292100" lvl="8" marL="4114800">
              <a:lnSpc>
                <a:spcPct val="105000"/>
              </a:lnSpc>
              <a:spcBef>
                <a:spcPts val="800"/>
              </a:spcBef>
              <a:spcAft>
                <a:spcPts val="800"/>
              </a:spcAft>
              <a:buClr>
                <a:schemeClr val="dk2"/>
              </a:buClr>
              <a:buSzPts val="1000"/>
              <a:buFont typeface="Inter"/>
              <a:buChar char="■"/>
              <a:defRPr sz="1000">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oY Revenew Growth - ALT 1">
  <p:cSld name="BLANK_1_1_1_1_1_1_1_1_2_1_1">
    <p:bg>
      <p:bgPr>
        <a:solidFill>
          <a:schemeClr val="lt2"/>
        </a:solidFill>
      </p:bgPr>
    </p:bg>
    <p:spTree>
      <p:nvGrpSpPr>
        <p:cNvPr id="126" name="Shape 126"/>
        <p:cNvGrpSpPr/>
        <p:nvPr/>
      </p:nvGrpSpPr>
      <p:grpSpPr>
        <a:xfrm>
          <a:off x="0" y="0"/>
          <a:ext cx="0" cy="0"/>
          <a:chOff x="0" y="0"/>
          <a:chExt cx="0" cy="0"/>
        </a:xfrm>
      </p:grpSpPr>
      <p:sp>
        <p:nvSpPr>
          <p:cNvPr id="127" name="Google Shape;127;p8"/>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128" name="Google Shape;128;p8"/>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9" name="Google Shape;129;p8"/>
          <p:cNvSpPr/>
          <p:nvPr/>
        </p:nvSpPr>
        <p:spPr>
          <a:xfrm>
            <a:off x="802750" y="1006925"/>
            <a:ext cx="197400" cy="19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130" name="Google Shape;130;p8"/>
          <p:cNvSpPr/>
          <p:nvPr/>
        </p:nvSpPr>
        <p:spPr>
          <a:xfrm>
            <a:off x="2077650" y="1006925"/>
            <a:ext cx="197400" cy="190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131" name="Google Shape;131;p8"/>
          <p:cNvSpPr txBox="1"/>
          <p:nvPr>
            <p:ph type="title"/>
          </p:nvPr>
        </p:nvSpPr>
        <p:spPr>
          <a:xfrm flipH="1">
            <a:off x="524150" y="334900"/>
            <a:ext cx="6248700" cy="5067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32" name="Google Shape;132;p8"/>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3" name="Google Shape;133;p8"/>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4" name="Google Shape;134;p8"/>
          <p:cNvSpPr txBox="1"/>
          <p:nvPr>
            <p:ph idx="4" type="body"/>
          </p:nvPr>
        </p:nvSpPr>
        <p:spPr>
          <a:xfrm>
            <a:off x="6773750" y="1354750"/>
            <a:ext cx="1848900" cy="28836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35" name="Google Shape;135;p8"/>
          <p:cNvSpPr txBox="1"/>
          <p:nvPr>
            <p:ph idx="5" type="title"/>
          </p:nvPr>
        </p:nvSpPr>
        <p:spPr>
          <a:xfrm>
            <a:off x="6773750" y="841725"/>
            <a:ext cx="1848900" cy="3648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36" name="Google Shape;136;p8"/>
          <p:cNvSpPr txBox="1"/>
          <p:nvPr>
            <p:ph idx="6" type="subTitle"/>
          </p:nvPr>
        </p:nvSpPr>
        <p:spPr>
          <a:xfrm>
            <a:off x="1000150" y="1006925"/>
            <a:ext cx="1077600" cy="190500"/>
          </a:xfrm>
          <a:prstGeom prst="rect">
            <a:avLst/>
          </a:prstGeom>
        </p:spPr>
        <p:txBody>
          <a:bodyPr anchorCtr="0" anchor="ctr" bIns="91425" lIns="91425" spcFirstLastPara="1" rIns="91425" wrap="square" tIns="91425">
            <a:noAutofit/>
          </a:bodyPr>
          <a:lstStyle>
            <a:lvl1pPr lvl="0">
              <a:spcBef>
                <a:spcPts val="0"/>
              </a:spcBef>
              <a:spcAft>
                <a:spcPts val="0"/>
              </a:spcAft>
              <a:buSzPts val="800"/>
              <a:buFont typeface="Inter"/>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7" name="Google Shape;137;p8"/>
          <p:cNvSpPr txBox="1"/>
          <p:nvPr>
            <p:ph idx="7" type="subTitle"/>
          </p:nvPr>
        </p:nvSpPr>
        <p:spPr>
          <a:xfrm>
            <a:off x="2275050" y="1006925"/>
            <a:ext cx="1077600" cy="190500"/>
          </a:xfrm>
          <a:prstGeom prst="rect">
            <a:avLst/>
          </a:prstGeom>
        </p:spPr>
        <p:txBody>
          <a:bodyPr anchorCtr="0" anchor="ctr" bIns="91425" lIns="91425" spcFirstLastPara="1" rIns="91425" wrap="square" tIns="91425">
            <a:noAutofit/>
          </a:bodyPr>
          <a:lstStyle>
            <a:lvl1pPr lvl="0">
              <a:spcBef>
                <a:spcPts val="0"/>
              </a:spcBef>
              <a:spcAft>
                <a:spcPts val="0"/>
              </a:spcAft>
              <a:buSzPts val="800"/>
              <a:buFont typeface="Inter"/>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8" name="Google Shape;138;p8"/>
          <p:cNvSpPr txBox="1"/>
          <p:nvPr>
            <p:ph idx="8" type="title"/>
          </p:nvPr>
        </p:nvSpPr>
        <p:spPr>
          <a:xfrm>
            <a:off x="772850" y="148207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39" name="Google Shape;139;p8"/>
          <p:cNvSpPr txBox="1"/>
          <p:nvPr>
            <p:ph idx="9" type="title"/>
          </p:nvPr>
        </p:nvSpPr>
        <p:spPr>
          <a:xfrm>
            <a:off x="772850" y="205872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40" name="Google Shape;140;p8"/>
          <p:cNvSpPr txBox="1"/>
          <p:nvPr>
            <p:ph idx="13" type="title"/>
          </p:nvPr>
        </p:nvSpPr>
        <p:spPr>
          <a:xfrm>
            <a:off x="772850" y="263537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41" name="Google Shape;141;p8"/>
          <p:cNvSpPr txBox="1"/>
          <p:nvPr>
            <p:ph idx="14" type="title"/>
          </p:nvPr>
        </p:nvSpPr>
        <p:spPr>
          <a:xfrm>
            <a:off x="772850" y="321202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42" name="Google Shape;142;p8"/>
          <p:cNvSpPr txBox="1"/>
          <p:nvPr>
            <p:ph idx="15" type="title"/>
          </p:nvPr>
        </p:nvSpPr>
        <p:spPr>
          <a:xfrm>
            <a:off x="772850" y="378867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43" name="Google Shape;143;p8"/>
          <p:cNvSpPr txBox="1"/>
          <p:nvPr>
            <p:ph idx="16" type="title"/>
          </p:nvPr>
        </p:nvSpPr>
        <p:spPr>
          <a:xfrm>
            <a:off x="772850" y="436532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44" name="Google Shape;144;p8"/>
          <p:cNvSpPr txBox="1"/>
          <p:nvPr>
            <p:ph idx="17" type="subTitle"/>
          </p:nvPr>
        </p:nvSpPr>
        <p:spPr>
          <a:xfrm>
            <a:off x="1252425"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cxnSp>
        <p:nvCxnSpPr>
          <p:cNvPr id="145" name="Google Shape;145;p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46" name="Google Shape;146;p8"/>
          <p:cNvSpPr txBox="1"/>
          <p:nvPr>
            <p:ph idx="18" type="subTitle"/>
          </p:nvPr>
        </p:nvSpPr>
        <p:spPr>
          <a:xfrm>
            <a:off x="1927325"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47" name="Google Shape;147;p8"/>
          <p:cNvSpPr txBox="1"/>
          <p:nvPr>
            <p:ph idx="19" type="subTitle"/>
          </p:nvPr>
        </p:nvSpPr>
        <p:spPr>
          <a:xfrm>
            <a:off x="2602225"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48" name="Google Shape;148;p8"/>
          <p:cNvSpPr txBox="1"/>
          <p:nvPr>
            <p:ph idx="20" type="subTitle"/>
          </p:nvPr>
        </p:nvSpPr>
        <p:spPr>
          <a:xfrm>
            <a:off x="3297063"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49" name="Google Shape;149;p8"/>
          <p:cNvSpPr txBox="1"/>
          <p:nvPr>
            <p:ph idx="21" type="subTitle"/>
          </p:nvPr>
        </p:nvSpPr>
        <p:spPr>
          <a:xfrm>
            <a:off x="4001838"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50" name="Google Shape;150;p8"/>
          <p:cNvSpPr txBox="1"/>
          <p:nvPr>
            <p:ph idx="22" type="subTitle"/>
          </p:nvPr>
        </p:nvSpPr>
        <p:spPr>
          <a:xfrm>
            <a:off x="4711450"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51" name="Google Shape;151;p8"/>
          <p:cNvSpPr txBox="1"/>
          <p:nvPr>
            <p:ph idx="23" type="subTitle"/>
          </p:nvPr>
        </p:nvSpPr>
        <p:spPr>
          <a:xfrm>
            <a:off x="5421113"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52" name="Google Shape;152;p8"/>
          <p:cNvSpPr txBox="1"/>
          <p:nvPr>
            <p:ph idx="24" type="subTitle"/>
          </p:nvPr>
        </p:nvSpPr>
        <p:spPr>
          <a:xfrm>
            <a:off x="6130788"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 Highlights">
  <p:cSld name="BLANK_1_1_1_1_1_1_1_3_1">
    <p:bg>
      <p:bgPr>
        <a:solidFill>
          <a:schemeClr val="lt2"/>
        </a:solidFill>
      </p:bgPr>
    </p:bg>
    <p:spTree>
      <p:nvGrpSpPr>
        <p:cNvPr id="153" name="Shape 153"/>
        <p:cNvGrpSpPr/>
        <p:nvPr/>
      </p:nvGrpSpPr>
      <p:grpSpPr>
        <a:xfrm>
          <a:off x="0" y="0"/>
          <a:ext cx="0" cy="0"/>
          <a:chOff x="0" y="0"/>
          <a:chExt cx="0" cy="0"/>
        </a:xfrm>
      </p:grpSpPr>
      <p:sp>
        <p:nvSpPr>
          <p:cNvPr id="154" name="Google Shape;154;p9"/>
          <p:cNvSpPr txBox="1"/>
          <p:nvPr>
            <p:ph idx="1" type="body"/>
          </p:nvPr>
        </p:nvSpPr>
        <p:spPr>
          <a:xfrm>
            <a:off x="5810300" y="1307625"/>
            <a:ext cx="2812500" cy="2065800"/>
          </a:xfrm>
          <a:prstGeom prst="rect">
            <a:avLst/>
          </a:prstGeom>
        </p:spPr>
        <p:txBody>
          <a:bodyPr anchorCtr="0" anchor="t" bIns="182875" lIns="182875" spcFirstLastPara="1" rIns="182875" wrap="square" tIns="274300">
            <a:noAutofit/>
          </a:bodyPr>
          <a:lstStyle>
            <a:lvl1pPr indent="-304800" lvl="0" marL="457200">
              <a:spcBef>
                <a:spcPts val="0"/>
              </a:spcBef>
              <a:spcAft>
                <a:spcPts val="0"/>
              </a:spcAft>
              <a:buSzPts val="1200"/>
              <a:buFont typeface="Inter Light"/>
              <a:buChar char="●"/>
              <a:defRPr>
                <a:latin typeface="Inter Light"/>
                <a:ea typeface="Inter Light"/>
                <a:cs typeface="Inter Light"/>
                <a:sym typeface="Inter Light"/>
              </a:defRPr>
            </a:lvl1pPr>
            <a:lvl2pPr indent="-304800" lvl="1" marL="914400">
              <a:spcBef>
                <a:spcPts val="800"/>
              </a:spcBef>
              <a:spcAft>
                <a:spcPts val="0"/>
              </a:spcAft>
              <a:buSzPts val="1200"/>
              <a:buFont typeface="Inter Light"/>
              <a:buChar char="○"/>
              <a:defRPr>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304800" lvl="3" marL="1828800">
              <a:spcBef>
                <a:spcPts val="800"/>
              </a:spcBef>
              <a:spcAft>
                <a:spcPts val="0"/>
              </a:spcAft>
              <a:buSzPts val="1200"/>
              <a:buFont typeface="Inter Light"/>
              <a:buChar char="●"/>
              <a:defRPr>
                <a:latin typeface="Inter Light"/>
                <a:ea typeface="Inter Light"/>
                <a:cs typeface="Inter Light"/>
                <a:sym typeface="Inter Light"/>
              </a:defRPr>
            </a:lvl4pPr>
            <a:lvl5pPr indent="-304800" lvl="4" marL="2286000">
              <a:spcBef>
                <a:spcPts val="800"/>
              </a:spcBef>
              <a:spcAft>
                <a:spcPts val="0"/>
              </a:spcAft>
              <a:buSzPts val="1200"/>
              <a:buFont typeface="Inter Light"/>
              <a:buChar char="○"/>
              <a:defRPr>
                <a:latin typeface="Inter Light"/>
                <a:ea typeface="Inter Light"/>
                <a:cs typeface="Inter Light"/>
                <a:sym typeface="Inter Light"/>
              </a:defRPr>
            </a:lvl5pPr>
            <a:lvl6pPr indent="-304800" lvl="5" marL="2743200">
              <a:spcBef>
                <a:spcPts val="800"/>
              </a:spcBef>
              <a:spcAft>
                <a:spcPts val="0"/>
              </a:spcAft>
              <a:buSzPts val="1200"/>
              <a:buFont typeface="Inter Light"/>
              <a:buChar char="■"/>
              <a:defRPr>
                <a:latin typeface="Inter Light"/>
                <a:ea typeface="Inter Light"/>
                <a:cs typeface="Inter Light"/>
                <a:sym typeface="Inter Light"/>
              </a:defRPr>
            </a:lvl6pPr>
            <a:lvl7pPr indent="-304800" lvl="6" marL="3200400">
              <a:spcBef>
                <a:spcPts val="800"/>
              </a:spcBef>
              <a:spcAft>
                <a:spcPts val="0"/>
              </a:spcAft>
              <a:buSzPts val="1200"/>
              <a:buFont typeface="Inter Light"/>
              <a:buChar char="●"/>
              <a:defRPr>
                <a:latin typeface="Inter Light"/>
                <a:ea typeface="Inter Light"/>
                <a:cs typeface="Inter Light"/>
                <a:sym typeface="Inter Light"/>
              </a:defRPr>
            </a:lvl7pPr>
            <a:lvl8pPr indent="-304800" lvl="7" marL="3657600">
              <a:spcBef>
                <a:spcPts val="800"/>
              </a:spcBef>
              <a:spcAft>
                <a:spcPts val="0"/>
              </a:spcAft>
              <a:buSzPts val="1200"/>
              <a:buFont typeface="Inter Light"/>
              <a:buChar char="○"/>
              <a:defRPr>
                <a:latin typeface="Inter Light"/>
                <a:ea typeface="Inter Light"/>
                <a:cs typeface="Inter Light"/>
                <a:sym typeface="Inter Light"/>
              </a:defRPr>
            </a:lvl8pPr>
            <a:lvl9pPr indent="-304800" lvl="8" marL="4114800">
              <a:spcBef>
                <a:spcPts val="800"/>
              </a:spcBef>
              <a:spcAft>
                <a:spcPts val="800"/>
              </a:spcAft>
              <a:buSzPts val="1200"/>
              <a:buFont typeface="Inter Light"/>
              <a:buChar char="■"/>
              <a:defRPr>
                <a:latin typeface="Inter Light"/>
                <a:ea typeface="Inter Light"/>
                <a:cs typeface="Inter Light"/>
                <a:sym typeface="Inter Light"/>
              </a:defRPr>
            </a:lvl9pPr>
          </a:lstStyle>
          <a:p/>
        </p:txBody>
      </p:sp>
      <p:sp>
        <p:nvSpPr>
          <p:cNvPr id="155" name="Google Shape;155;p9"/>
          <p:cNvSpPr txBox="1"/>
          <p:nvPr>
            <p:ph type="title"/>
          </p:nvPr>
        </p:nvSpPr>
        <p:spPr>
          <a:xfrm>
            <a:off x="520900" y="1748175"/>
            <a:ext cx="2377800" cy="926100"/>
          </a:xfrm>
          <a:prstGeom prst="rect">
            <a:avLst/>
          </a:prstGeom>
        </p:spPr>
        <p:txBody>
          <a:bodyPr anchorCtr="0" anchor="ctr" bIns="91425" lIns="228600" spcFirstLastPara="1" rIns="182875" wrap="square" tIns="91425">
            <a:noAutofit/>
          </a:bodyPr>
          <a:lstStyle>
            <a:lvl1pPr lvl="0">
              <a:spcBef>
                <a:spcPts val="0"/>
              </a:spcBef>
              <a:spcAft>
                <a:spcPts val="0"/>
              </a:spcAft>
              <a:buClr>
                <a:schemeClr val="lt1"/>
              </a:buClr>
              <a:buSzPts val="5500"/>
              <a:buNone/>
              <a:defRPr sz="5500"/>
            </a:lvl1pPr>
            <a:lvl2pPr lvl="1">
              <a:spcBef>
                <a:spcPts val="0"/>
              </a:spcBef>
              <a:spcAft>
                <a:spcPts val="0"/>
              </a:spcAft>
              <a:buClr>
                <a:schemeClr val="lt1"/>
              </a:buClr>
              <a:buSzPts val="5500"/>
              <a:buNone/>
              <a:defRPr sz="5500"/>
            </a:lvl2pPr>
            <a:lvl3pPr lvl="2">
              <a:spcBef>
                <a:spcPts val="0"/>
              </a:spcBef>
              <a:spcAft>
                <a:spcPts val="0"/>
              </a:spcAft>
              <a:buClr>
                <a:schemeClr val="lt1"/>
              </a:buClr>
              <a:buSzPts val="5500"/>
              <a:buNone/>
              <a:defRPr sz="5500"/>
            </a:lvl3pPr>
            <a:lvl4pPr lvl="3">
              <a:spcBef>
                <a:spcPts val="0"/>
              </a:spcBef>
              <a:spcAft>
                <a:spcPts val="0"/>
              </a:spcAft>
              <a:buClr>
                <a:schemeClr val="lt1"/>
              </a:buClr>
              <a:buSzPts val="5500"/>
              <a:buNone/>
              <a:defRPr sz="5500"/>
            </a:lvl4pPr>
            <a:lvl5pPr lvl="4">
              <a:spcBef>
                <a:spcPts val="0"/>
              </a:spcBef>
              <a:spcAft>
                <a:spcPts val="0"/>
              </a:spcAft>
              <a:buClr>
                <a:schemeClr val="lt1"/>
              </a:buClr>
              <a:buSzPts val="5500"/>
              <a:buNone/>
              <a:defRPr sz="5500"/>
            </a:lvl5pPr>
            <a:lvl6pPr lvl="5">
              <a:spcBef>
                <a:spcPts val="0"/>
              </a:spcBef>
              <a:spcAft>
                <a:spcPts val="0"/>
              </a:spcAft>
              <a:buClr>
                <a:schemeClr val="lt1"/>
              </a:buClr>
              <a:buSzPts val="5500"/>
              <a:buNone/>
              <a:defRPr sz="5500"/>
            </a:lvl6pPr>
            <a:lvl7pPr lvl="6">
              <a:spcBef>
                <a:spcPts val="0"/>
              </a:spcBef>
              <a:spcAft>
                <a:spcPts val="0"/>
              </a:spcAft>
              <a:buClr>
                <a:schemeClr val="lt1"/>
              </a:buClr>
              <a:buSzPts val="5500"/>
              <a:buNone/>
              <a:defRPr sz="5500"/>
            </a:lvl7pPr>
            <a:lvl8pPr lvl="7">
              <a:spcBef>
                <a:spcPts val="0"/>
              </a:spcBef>
              <a:spcAft>
                <a:spcPts val="0"/>
              </a:spcAft>
              <a:buClr>
                <a:schemeClr val="lt1"/>
              </a:buClr>
              <a:buSzPts val="5500"/>
              <a:buNone/>
              <a:defRPr sz="5500"/>
            </a:lvl8pPr>
            <a:lvl9pPr lvl="8">
              <a:spcBef>
                <a:spcPts val="0"/>
              </a:spcBef>
              <a:spcAft>
                <a:spcPts val="0"/>
              </a:spcAft>
              <a:buClr>
                <a:schemeClr val="lt1"/>
              </a:buClr>
              <a:buSzPts val="5500"/>
              <a:buNone/>
              <a:defRPr sz="5500"/>
            </a:lvl9pPr>
          </a:lstStyle>
          <a:p/>
        </p:txBody>
      </p:sp>
      <p:sp>
        <p:nvSpPr>
          <p:cNvPr id="156" name="Google Shape;156;p9"/>
          <p:cNvSpPr txBox="1"/>
          <p:nvPr>
            <p:ph idx="2" type="title"/>
          </p:nvPr>
        </p:nvSpPr>
        <p:spPr>
          <a:xfrm>
            <a:off x="520900" y="2674400"/>
            <a:ext cx="2377800" cy="335100"/>
          </a:xfrm>
          <a:prstGeom prst="rect">
            <a:avLst/>
          </a:prstGeom>
        </p:spPr>
        <p:txBody>
          <a:bodyPr anchorCtr="0" anchor="b" bIns="91425" lIns="228600" spcFirstLastPara="1" rIns="91425" wrap="square" tIns="91425">
            <a:noAutofit/>
          </a:bodyPr>
          <a:lstStyle>
            <a:lvl1pPr lvl="0">
              <a:spcBef>
                <a:spcPts val="0"/>
              </a:spcBef>
              <a:spcAft>
                <a:spcPts val="0"/>
              </a:spcAft>
              <a:buSzPts val="1200"/>
              <a:buFont typeface="Inter"/>
              <a:buNone/>
              <a:defRPr sz="1200">
                <a:latin typeface="Inter"/>
                <a:ea typeface="Inter"/>
                <a:cs typeface="Inter"/>
                <a:sym typeface="Inter"/>
              </a:defRPr>
            </a:lvl1pPr>
            <a:lvl2pPr lvl="1">
              <a:spcBef>
                <a:spcPts val="0"/>
              </a:spcBef>
              <a:spcAft>
                <a:spcPts val="0"/>
              </a:spcAft>
              <a:buSzPts val="1200"/>
              <a:buFont typeface="Inter"/>
              <a:buNone/>
              <a:defRPr sz="1200">
                <a:latin typeface="Inter"/>
                <a:ea typeface="Inter"/>
                <a:cs typeface="Inter"/>
                <a:sym typeface="Inter"/>
              </a:defRPr>
            </a:lvl2pPr>
            <a:lvl3pPr lvl="2">
              <a:spcBef>
                <a:spcPts val="0"/>
              </a:spcBef>
              <a:spcAft>
                <a:spcPts val="0"/>
              </a:spcAft>
              <a:buSzPts val="1200"/>
              <a:buFont typeface="Inter"/>
              <a:buNone/>
              <a:defRPr sz="1200">
                <a:latin typeface="Inter"/>
                <a:ea typeface="Inter"/>
                <a:cs typeface="Inter"/>
                <a:sym typeface="Inter"/>
              </a:defRPr>
            </a:lvl3pPr>
            <a:lvl4pPr lvl="3">
              <a:spcBef>
                <a:spcPts val="0"/>
              </a:spcBef>
              <a:spcAft>
                <a:spcPts val="0"/>
              </a:spcAft>
              <a:buSzPts val="1200"/>
              <a:buFont typeface="Inter"/>
              <a:buNone/>
              <a:defRPr sz="1200">
                <a:latin typeface="Inter"/>
                <a:ea typeface="Inter"/>
                <a:cs typeface="Inter"/>
                <a:sym typeface="Inter"/>
              </a:defRPr>
            </a:lvl4pPr>
            <a:lvl5pPr lvl="4">
              <a:spcBef>
                <a:spcPts val="0"/>
              </a:spcBef>
              <a:spcAft>
                <a:spcPts val="0"/>
              </a:spcAft>
              <a:buSzPts val="1200"/>
              <a:buFont typeface="Inter"/>
              <a:buNone/>
              <a:defRPr sz="1200">
                <a:latin typeface="Inter"/>
                <a:ea typeface="Inter"/>
                <a:cs typeface="Inter"/>
                <a:sym typeface="Inter"/>
              </a:defRPr>
            </a:lvl5pPr>
            <a:lvl6pPr lvl="5">
              <a:spcBef>
                <a:spcPts val="0"/>
              </a:spcBef>
              <a:spcAft>
                <a:spcPts val="0"/>
              </a:spcAft>
              <a:buSzPts val="1200"/>
              <a:buFont typeface="Inter"/>
              <a:buNone/>
              <a:defRPr sz="1200">
                <a:latin typeface="Inter"/>
                <a:ea typeface="Inter"/>
                <a:cs typeface="Inter"/>
                <a:sym typeface="Inter"/>
              </a:defRPr>
            </a:lvl6pPr>
            <a:lvl7pPr lvl="6">
              <a:spcBef>
                <a:spcPts val="0"/>
              </a:spcBef>
              <a:spcAft>
                <a:spcPts val="0"/>
              </a:spcAft>
              <a:buSzPts val="1200"/>
              <a:buFont typeface="Inter"/>
              <a:buNone/>
              <a:defRPr sz="1200">
                <a:latin typeface="Inter"/>
                <a:ea typeface="Inter"/>
                <a:cs typeface="Inter"/>
                <a:sym typeface="Inter"/>
              </a:defRPr>
            </a:lvl7pPr>
            <a:lvl8pPr lvl="7">
              <a:spcBef>
                <a:spcPts val="0"/>
              </a:spcBef>
              <a:spcAft>
                <a:spcPts val="0"/>
              </a:spcAft>
              <a:buSzPts val="1200"/>
              <a:buFont typeface="Inter"/>
              <a:buNone/>
              <a:defRPr sz="1200">
                <a:latin typeface="Inter"/>
                <a:ea typeface="Inter"/>
                <a:cs typeface="Inter"/>
                <a:sym typeface="Inter"/>
              </a:defRPr>
            </a:lvl8pPr>
            <a:lvl9pPr lvl="8">
              <a:spcBef>
                <a:spcPts val="0"/>
              </a:spcBef>
              <a:spcAft>
                <a:spcPts val="0"/>
              </a:spcAft>
              <a:buSzPts val="1200"/>
              <a:buFont typeface="Inter"/>
              <a:buNone/>
              <a:defRPr sz="1200">
                <a:latin typeface="Inter"/>
                <a:ea typeface="Inter"/>
                <a:cs typeface="Inter"/>
                <a:sym typeface="Inter"/>
              </a:defRPr>
            </a:lvl9pPr>
          </a:lstStyle>
          <a:p/>
        </p:txBody>
      </p:sp>
      <p:sp>
        <p:nvSpPr>
          <p:cNvPr id="157" name="Google Shape;157;p9"/>
          <p:cNvSpPr txBox="1"/>
          <p:nvPr>
            <p:ph idx="3" type="subTitle"/>
          </p:nvPr>
        </p:nvSpPr>
        <p:spPr>
          <a:xfrm>
            <a:off x="520900" y="3009500"/>
            <a:ext cx="2377800" cy="279000"/>
          </a:xfrm>
          <a:prstGeom prst="rect">
            <a:avLst/>
          </a:prstGeom>
        </p:spPr>
        <p:txBody>
          <a:bodyPr anchorCtr="0" anchor="t" bIns="0" lIns="228600" spcFirstLastPara="1" rIns="91425" wrap="square" tIns="0">
            <a:normAutofit/>
          </a:bodyPr>
          <a:lstStyle>
            <a:lvl1pPr lvl="0">
              <a:spcBef>
                <a:spcPts val="0"/>
              </a:spcBef>
              <a:spcAft>
                <a:spcPts val="0"/>
              </a:spcAft>
              <a:buSzPts val="800"/>
              <a:buFont typeface="Inter Light"/>
              <a:buNone/>
              <a:defRPr sz="800">
                <a:latin typeface="Inter Light"/>
                <a:ea typeface="Inter Light"/>
                <a:cs typeface="Inter Light"/>
                <a:sym typeface="Inter Light"/>
              </a:defRPr>
            </a:lvl1pPr>
            <a:lvl2pPr lvl="1">
              <a:spcBef>
                <a:spcPts val="800"/>
              </a:spcBef>
              <a:spcAft>
                <a:spcPts val="0"/>
              </a:spcAft>
              <a:buSzPts val="800"/>
              <a:buFont typeface="Inter Light"/>
              <a:buNone/>
              <a:defRPr sz="800">
                <a:latin typeface="Inter Light"/>
                <a:ea typeface="Inter Light"/>
                <a:cs typeface="Inter Light"/>
                <a:sym typeface="Inter Light"/>
              </a:defRPr>
            </a:lvl2pPr>
            <a:lvl3pPr lvl="2">
              <a:spcBef>
                <a:spcPts val="800"/>
              </a:spcBef>
              <a:spcAft>
                <a:spcPts val="0"/>
              </a:spcAft>
              <a:buSzPts val="800"/>
              <a:buFont typeface="Inter Light"/>
              <a:buNone/>
              <a:defRPr sz="800">
                <a:latin typeface="Inter Light"/>
                <a:ea typeface="Inter Light"/>
                <a:cs typeface="Inter Light"/>
                <a:sym typeface="Inter Light"/>
              </a:defRPr>
            </a:lvl3pPr>
            <a:lvl4pPr lvl="3">
              <a:spcBef>
                <a:spcPts val="800"/>
              </a:spcBef>
              <a:spcAft>
                <a:spcPts val="0"/>
              </a:spcAft>
              <a:buSzPts val="800"/>
              <a:buFont typeface="Inter Light"/>
              <a:buNone/>
              <a:defRPr sz="800">
                <a:latin typeface="Inter Light"/>
                <a:ea typeface="Inter Light"/>
                <a:cs typeface="Inter Light"/>
                <a:sym typeface="Inter Light"/>
              </a:defRPr>
            </a:lvl4pPr>
            <a:lvl5pPr lvl="4">
              <a:spcBef>
                <a:spcPts val="800"/>
              </a:spcBef>
              <a:spcAft>
                <a:spcPts val="0"/>
              </a:spcAft>
              <a:buSzPts val="800"/>
              <a:buFont typeface="Inter Light"/>
              <a:buNone/>
              <a:defRPr sz="800">
                <a:latin typeface="Inter Light"/>
                <a:ea typeface="Inter Light"/>
                <a:cs typeface="Inter Light"/>
                <a:sym typeface="Inter Light"/>
              </a:defRPr>
            </a:lvl5pPr>
            <a:lvl6pPr lvl="5">
              <a:spcBef>
                <a:spcPts val="800"/>
              </a:spcBef>
              <a:spcAft>
                <a:spcPts val="0"/>
              </a:spcAft>
              <a:buSzPts val="800"/>
              <a:buFont typeface="Inter Light"/>
              <a:buNone/>
              <a:defRPr sz="800">
                <a:latin typeface="Inter Light"/>
                <a:ea typeface="Inter Light"/>
                <a:cs typeface="Inter Light"/>
                <a:sym typeface="Inter Light"/>
              </a:defRPr>
            </a:lvl6pPr>
            <a:lvl7pPr lvl="6">
              <a:spcBef>
                <a:spcPts val="800"/>
              </a:spcBef>
              <a:spcAft>
                <a:spcPts val="0"/>
              </a:spcAft>
              <a:buSzPts val="800"/>
              <a:buFont typeface="Inter Light"/>
              <a:buNone/>
              <a:defRPr sz="800">
                <a:latin typeface="Inter Light"/>
                <a:ea typeface="Inter Light"/>
                <a:cs typeface="Inter Light"/>
                <a:sym typeface="Inter Light"/>
              </a:defRPr>
            </a:lvl7pPr>
            <a:lvl8pPr lvl="7">
              <a:spcBef>
                <a:spcPts val="800"/>
              </a:spcBef>
              <a:spcAft>
                <a:spcPts val="0"/>
              </a:spcAft>
              <a:buSzPts val="800"/>
              <a:buFont typeface="Inter Light"/>
              <a:buNone/>
              <a:defRPr sz="800">
                <a:latin typeface="Inter Light"/>
                <a:ea typeface="Inter Light"/>
                <a:cs typeface="Inter Light"/>
                <a:sym typeface="Inter Light"/>
              </a:defRPr>
            </a:lvl8pPr>
            <a:lvl9pPr lvl="8">
              <a:spcBef>
                <a:spcPts val="800"/>
              </a:spcBef>
              <a:spcAft>
                <a:spcPts val="800"/>
              </a:spcAft>
              <a:buSzPts val="800"/>
              <a:buFont typeface="Inter Light"/>
              <a:buNone/>
              <a:defRPr sz="800">
                <a:latin typeface="Inter Light"/>
                <a:ea typeface="Inter Light"/>
                <a:cs typeface="Inter Light"/>
                <a:sym typeface="Inter Light"/>
              </a:defRPr>
            </a:lvl9pPr>
          </a:lstStyle>
          <a:p/>
        </p:txBody>
      </p:sp>
      <p:sp>
        <p:nvSpPr>
          <p:cNvPr id="158" name="Google Shape;158;p9"/>
          <p:cNvSpPr txBox="1"/>
          <p:nvPr>
            <p:ph idx="4" type="title"/>
          </p:nvPr>
        </p:nvSpPr>
        <p:spPr>
          <a:xfrm>
            <a:off x="520900" y="1388975"/>
            <a:ext cx="2377800" cy="359400"/>
          </a:xfrm>
          <a:prstGeom prst="rect">
            <a:avLst/>
          </a:prstGeom>
        </p:spPr>
        <p:txBody>
          <a:bodyPr anchorCtr="0" anchor="b" bIns="91425" lIns="228600" spcFirstLastPara="1" rIns="91425" wrap="square" tIns="91425">
            <a:noAutofit/>
          </a:bodyPr>
          <a:lstStyle>
            <a:lvl1pPr lvl="0">
              <a:spcBef>
                <a:spcPts val="0"/>
              </a:spcBef>
              <a:spcAft>
                <a:spcPts val="0"/>
              </a:spcAft>
              <a:buSzPts val="1000"/>
              <a:buFont typeface="Inter Light"/>
              <a:buNone/>
              <a:defRPr sz="10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159" name="Google Shape;159;p9"/>
          <p:cNvSpPr txBox="1"/>
          <p:nvPr>
            <p:ph idx="5" type="title"/>
          </p:nvPr>
        </p:nvSpPr>
        <p:spPr>
          <a:xfrm>
            <a:off x="3167188" y="1748175"/>
            <a:ext cx="2377800" cy="926100"/>
          </a:xfrm>
          <a:prstGeom prst="rect">
            <a:avLst/>
          </a:prstGeom>
        </p:spPr>
        <p:txBody>
          <a:bodyPr anchorCtr="0" anchor="ctr" bIns="91425" lIns="228600" spcFirstLastPara="1" rIns="182875" wrap="square" tIns="91425">
            <a:noAutofit/>
          </a:bodyPr>
          <a:lstStyle>
            <a:lvl1pPr lvl="0">
              <a:spcBef>
                <a:spcPts val="0"/>
              </a:spcBef>
              <a:spcAft>
                <a:spcPts val="0"/>
              </a:spcAft>
              <a:buClr>
                <a:schemeClr val="lt1"/>
              </a:buClr>
              <a:buSzPts val="5500"/>
              <a:buNone/>
              <a:defRPr sz="5500"/>
            </a:lvl1pPr>
            <a:lvl2pPr lvl="1">
              <a:spcBef>
                <a:spcPts val="0"/>
              </a:spcBef>
              <a:spcAft>
                <a:spcPts val="0"/>
              </a:spcAft>
              <a:buClr>
                <a:schemeClr val="lt1"/>
              </a:buClr>
              <a:buSzPts val="5500"/>
              <a:buNone/>
              <a:defRPr sz="5500"/>
            </a:lvl2pPr>
            <a:lvl3pPr lvl="2">
              <a:spcBef>
                <a:spcPts val="0"/>
              </a:spcBef>
              <a:spcAft>
                <a:spcPts val="0"/>
              </a:spcAft>
              <a:buClr>
                <a:schemeClr val="lt1"/>
              </a:buClr>
              <a:buSzPts val="5500"/>
              <a:buNone/>
              <a:defRPr sz="5500"/>
            </a:lvl3pPr>
            <a:lvl4pPr lvl="3">
              <a:spcBef>
                <a:spcPts val="0"/>
              </a:spcBef>
              <a:spcAft>
                <a:spcPts val="0"/>
              </a:spcAft>
              <a:buClr>
                <a:schemeClr val="lt1"/>
              </a:buClr>
              <a:buSzPts val="5500"/>
              <a:buNone/>
              <a:defRPr sz="5500"/>
            </a:lvl4pPr>
            <a:lvl5pPr lvl="4">
              <a:spcBef>
                <a:spcPts val="0"/>
              </a:spcBef>
              <a:spcAft>
                <a:spcPts val="0"/>
              </a:spcAft>
              <a:buClr>
                <a:schemeClr val="lt1"/>
              </a:buClr>
              <a:buSzPts val="5500"/>
              <a:buNone/>
              <a:defRPr sz="5500"/>
            </a:lvl5pPr>
            <a:lvl6pPr lvl="5">
              <a:spcBef>
                <a:spcPts val="0"/>
              </a:spcBef>
              <a:spcAft>
                <a:spcPts val="0"/>
              </a:spcAft>
              <a:buClr>
                <a:schemeClr val="lt1"/>
              </a:buClr>
              <a:buSzPts val="5500"/>
              <a:buNone/>
              <a:defRPr sz="5500"/>
            </a:lvl6pPr>
            <a:lvl7pPr lvl="6">
              <a:spcBef>
                <a:spcPts val="0"/>
              </a:spcBef>
              <a:spcAft>
                <a:spcPts val="0"/>
              </a:spcAft>
              <a:buClr>
                <a:schemeClr val="lt1"/>
              </a:buClr>
              <a:buSzPts val="5500"/>
              <a:buNone/>
              <a:defRPr sz="5500"/>
            </a:lvl7pPr>
            <a:lvl8pPr lvl="7">
              <a:spcBef>
                <a:spcPts val="0"/>
              </a:spcBef>
              <a:spcAft>
                <a:spcPts val="0"/>
              </a:spcAft>
              <a:buClr>
                <a:schemeClr val="lt1"/>
              </a:buClr>
              <a:buSzPts val="5500"/>
              <a:buNone/>
              <a:defRPr sz="5500"/>
            </a:lvl8pPr>
            <a:lvl9pPr lvl="8">
              <a:spcBef>
                <a:spcPts val="0"/>
              </a:spcBef>
              <a:spcAft>
                <a:spcPts val="0"/>
              </a:spcAft>
              <a:buClr>
                <a:schemeClr val="lt1"/>
              </a:buClr>
              <a:buSzPts val="5500"/>
              <a:buNone/>
              <a:defRPr sz="5500"/>
            </a:lvl9pPr>
          </a:lstStyle>
          <a:p/>
        </p:txBody>
      </p:sp>
      <p:sp>
        <p:nvSpPr>
          <p:cNvPr id="160" name="Google Shape;160;p9"/>
          <p:cNvSpPr txBox="1"/>
          <p:nvPr>
            <p:ph idx="6" type="title"/>
          </p:nvPr>
        </p:nvSpPr>
        <p:spPr>
          <a:xfrm>
            <a:off x="3167188" y="2674400"/>
            <a:ext cx="2377800" cy="335100"/>
          </a:xfrm>
          <a:prstGeom prst="rect">
            <a:avLst/>
          </a:prstGeom>
        </p:spPr>
        <p:txBody>
          <a:bodyPr anchorCtr="0" anchor="b" bIns="91425" lIns="228600" spcFirstLastPara="1" rIns="91425" wrap="square" tIns="91425">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161" name="Google Shape;161;p9"/>
          <p:cNvSpPr txBox="1"/>
          <p:nvPr>
            <p:ph idx="7" type="subTitle"/>
          </p:nvPr>
        </p:nvSpPr>
        <p:spPr>
          <a:xfrm>
            <a:off x="3167188" y="3009500"/>
            <a:ext cx="2377800" cy="279000"/>
          </a:xfrm>
          <a:prstGeom prst="rect">
            <a:avLst/>
          </a:prstGeom>
        </p:spPr>
        <p:txBody>
          <a:bodyPr anchorCtr="0" anchor="t" bIns="0" lIns="228600" spcFirstLastPara="1" rIns="91425" wrap="square" tIns="0">
            <a:normAutofit/>
          </a:bodyPr>
          <a:lstStyle>
            <a:lvl1pPr lvl="0">
              <a:spcBef>
                <a:spcPts val="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1pPr>
            <a:lvl2pPr lvl="1">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2pPr>
            <a:lvl3pPr lvl="2">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3pPr>
            <a:lvl4pPr lvl="3">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4pPr>
            <a:lvl5pPr lvl="4">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5pPr>
            <a:lvl6pPr lvl="5">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6pPr>
            <a:lvl7pPr lvl="6">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7pPr>
            <a:lvl8pPr lvl="7">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8pPr>
            <a:lvl9pPr lvl="8">
              <a:spcBef>
                <a:spcPts val="800"/>
              </a:spcBef>
              <a:spcAft>
                <a:spcPts val="800"/>
              </a:spcAft>
              <a:buClr>
                <a:schemeClr val="lt2"/>
              </a:buClr>
              <a:buSzPts val="800"/>
              <a:buFont typeface="Inter Light"/>
              <a:buNone/>
              <a:defRPr sz="800">
                <a:solidFill>
                  <a:schemeClr val="lt2"/>
                </a:solidFill>
                <a:latin typeface="Inter Light"/>
                <a:ea typeface="Inter Light"/>
                <a:cs typeface="Inter Light"/>
                <a:sym typeface="Inter Light"/>
              </a:defRPr>
            </a:lvl9pPr>
          </a:lstStyle>
          <a:p/>
        </p:txBody>
      </p:sp>
      <p:sp>
        <p:nvSpPr>
          <p:cNvPr id="162" name="Google Shape;162;p9"/>
          <p:cNvSpPr txBox="1"/>
          <p:nvPr>
            <p:ph idx="8" type="title"/>
          </p:nvPr>
        </p:nvSpPr>
        <p:spPr>
          <a:xfrm>
            <a:off x="3167188" y="1388975"/>
            <a:ext cx="2377800" cy="359400"/>
          </a:xfrm>
          <a:prstGeom prst="rect">
            <a:avLst/>
          </a:prstGeom>
        </p:spPr>
        <p:txBody>
          <a:bodyPr anchorCtr="0" anchor="b" bIns="91425" lIns="228600" spcFirstLastPara="1" rIns="91425" wrap="square" tIns="91425">
            <a:noAutofit/>
          </a:bodyPr>
          <a:lstStyle>
            <a:lvl1pPr lvl="0">
              <a:spcBef>
                <a:spcPts val="0"/>
              </a:spcBef>
              <a:spcAft>
                <a:spcPts val="0"/>
              </a:spcAft>
              <a:buClr>
                <a:schemeClr val="lt1"/>
              </a:buClr>
              <a:buSzPts val="1000"/>
              <a:buFont typeface="Inter Light"/>
              <a:buNone/>
              <a:defRPr sz="1000">
                <a:latin typeface="Inter Light"/>
                <a:ea typeface="Inter Light"/>
                <a:cs typeface="Inter Light"/>
                <a:sym typeface="Inter Light"/>
              </a:defRPr>
            </a:lvl1pPr>
            <a:lvl2pPr lvl="1">
              <a:spcBef>
                <a:spcPts val="0"/>
              </a:spcBef>
              <a:spcAft>
                <a:spcPts val="0"/>
              </a:spcAft>
              <a:buClr>
                <a:schemeClr val="lt1"/>
              </a:buClr>
              <a:buSzPts val="1000"/>
              <a:buFont typeface="Inter Light"/>
              <a:buNone/>
              <a:defRPr sz="1000">
                <a:latin typeface="Inter Light"/>
                <a:ea typeface="Inter Light"/>
                <a:cs typeface="Inter Light"/>
                <a:sym typeface="Inter Light"/>
              </a:defRPr>
            </a:lvl2pPr>
            <a:lvl3pPr lvl="2">
              <a:spcBef>
                <a:spcPts val="0"/>
              </a:spcBef>
              <a:spcAft>
                <a:spcPts val="0"/>
              </a:spcAft>
              <a:buClr>
                <a:schemeClr val="lt1"/>
              </a:buClr>
              <a:buSzPts val="1000"/>
              <a:buFont typeface="Inter Light"/>
              <a:buNone/>
              <a:defRPr sz="1000">
                <a:latin typeface="Inter Light"/>
                <a:ea typeface="Inter Light"/>
                <a:cs typeface="Inter Light"/>
                <a:sym typeface="Inter Light"/>
              </a:defRPr>
            </a:lvl3pPr>
            <a:lvl4pPr lvl="3">
              <a:spcBef>
                <a:spcPts val="0"/>
              </a:spcBef>
              <a:spcAft>
                <a:spcPts val="0"/>
              </a:spcAft>
              <a:buClr>
                <a:schemeClr val="lt1"/>
              </a:buClr>
              <a:buSzPts val="1000"/>
              <a:buFont typeface="Inter Light"/>
              <a:buNone/>
              <a:defRPr sz="1000">
                <a:latin typeface="Inter Light"/>
                <a:ea typeface="Inter Light"/>
                <a:cs typeface="Inter Light"/>
                <a:sym typeface="Inter Light"/>
              </a:defRPr>
            </a:lvl4pPr>
            <a:lvl5pPr lvl="4">
              <a:spcBef>
                <a:spcPts val="0"/>
              </a:spcBef>
              <a:spcAft>
                <a:spcPts val="0"/>
              </a:spcAft>
              <a:buClr>
                <a:schemeClr val="lt1"/>
              </a:buClr>
              <a:buSzPts val="1000"/>
              <a:buFont typeface="Inter Light"/>
              <a:buNone/>
              <a:defRPr sz="1000">
                <a:latin typeface="Inter Light"/>
                <a:ea typeface="Inter Light"/>
                <a:cs typeface="Inter Light"/>
                <a:sym typeface="Inter Light"/>
              </a:defRPr>
            </a:lvl5pPr>
            <a:lvl6pPr lvl="5">
              <a:spcBef>
                <a:spcPts val="0"/>
              </a:spcBef>
              <a:spcAft>
                <a:spcPts val="0"/>
              </a:spcAft>
              <a:buClr>
                <a:schemeClr val="lt1"/>
              </a:buClr>
              <a:buSzPts val="1000"/>
              <a:buFont typeface="Inter Light"/>
              <a:buNone/>
              <a:defRPr sz="1000">
                <a:latin typeface="Inter Light"/>
                <a:ea typeface="Inter Light"/>
                <a:cs typeface="Inter Light"/>
                <a:sym typeface="Inter Light"/>
              </a:defRPr>
            </a:lvl6pPr>
            <a:lvl7pPr lvl="6">
              <a:spcBef>
                <a:spcPts val="0"/>
              </a:spcBef>
              <a:spcAft>
                <a:spcPts val="0"/>
              </a:spcAft>
              <a:buClr>
                <a:schemeClr val="lt1"/>
              </a:buClr>
              <a:buSzPts val="1000"/>
              <a:buFont typeface="Inter Light"/>
              <a:buNone/>
              <a:defRPr sz="1000">
                <a:latin typeface="Inter Light"/>
                <a:ea typeface="Inter Light"/>
                <a:cs typeface="Inter Light"/>
                <a:sym typeface="Inter Light"/>
              </a:defRPr>
            </a:lvl7pPr>
            <a:lvl8pPr lvl="7">
              <a:spcBef>
                <a:spcPts val="0"/>
              </a:spcBef>
              <a:spcAft>
                <a:spcPts val="0"/>
              </a:spcAft>
              <a:buClr>
                <a:schemeClr val="lt1"/>
              </a:buClr>
              <a:buSzPts val="1000"/>
              <a:buFont typeface="Inter Light"/>
              <a:buNone/>
              <a:defRPr sz="1000">
                <a:latin typeface="Inter Light"/>
                <a:ea typeface="Inter Light"/>
                <a:cs typeface="Inter Light"/>
                <a:sym typeface="Inter Light"/>
              </a:defRPr>
            </a:lvl8pPr>
            <a:lvl9pPr lvl="8">
              <a:spcBef>
                <a:spcPts val="0"/>
              </a:spcBef>
              <a:spcAft>
                <a:spcPts val="0"/>
              </a:spcAft>
              <a:buClr>
                <a:schemeClr val="lt1"/>
              </a:buClr>
              <a:buSzPts val="1000"/>
              <a:buFont typeface="Inter Light"/>
              <a:buNone/>
              <a:defRPr sz="1000">
                <a:latin typeface="Inter Light"/>
                <a:ea typeface="Inter Light"/>
                <a:cs typeface="Inter Light"/>
                <a:sym typeface="Inter Light"/>
              </a:defRPr>
            </a:lvl9pPr>
          </a:lstStyle>
          <a:p/>
        </p:txBody>
      </p:sp>
      <p:sp>
        <p:nvSpPr>
          <p:cNvPr id="163" name="Google Shape;163;p9"/>
          <p:cNvSpPr txBox="1"/>
          <p:nvPr>
            <p:ph idx="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64" name="Google Shape;164;p9"/>
          <p:cNvSpPr txBox="1"/>
          <p:nvPr>
            <p:ph idx="13" type="title"/>
          </p:nvPr>
        </p:nvSpPr>
        <p:spPr>
          <a:xfrm flipH="1">
            <a:off x="524150" y="658975"/>
            <a:ext cx="8098500" cy="6486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65" name="Google Shape;165;p9"/>
          <p:cNvSpPr txBox="1"/>
          <p:nvPr>
            <p:ph idx="14" type="subTitle"/>
          </p:nvPr>
        </p:nvSpPr>
        <p:spPr>
          <a:xfrm>
            <a:off x="523850" y="334925"/>
            <a:ext cx="8099100" cy="3240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166" name="Google Shape;166;p9"/>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67" name="Google Shape;167;p9"/>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68" name="Google Shape;168;p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69" name="Google Shape;169;p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70" name="Google Shape;170;p9"/>
          <p:cNvSpPr txBox="1"/>
          <p:nvPr>
            <p:ph idx="15"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71" name="Google Shape;171;p9"/>
          <p:cNvSpPr txBox="1"/>
          <p:nvPr>
            <p:ph idx="16"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72" name="Google Shape;172;p9"/>
          <p:cNvCxnSpPr/>
          <p:nvPr/>
        </p:nvCxnSpPr>
        <p:spPr>
          <a:xfrm>
            <a:off x="8622700" y="334925"/>
            <a:ext cx="0" cy="4814100"/>
          </a:xfrm>
          <a:prstGeom prst="straightConnector1">
            <a:avLst/>
          </a:prstGeom>
          <a:noFill/>
          <a:ln cap="flat" cmpd="sng" w="9525">
            <a:solidFill>
              <a:schemeClr val="lt1"/>
            </a:solidFill>
            <a:prstDash val="solid"/>
            <a:round/>
            <a:headEnd len="sm" w="sm" type="none"/>
            <a:tailEnd len="sm" w="sm" type="none"/>
          </a:ln>
        </p:spPr>
      </p:cxnSp>
      <p:sp>
        <p:nvSpPr>
          <p:cNvPr id="173" name="Google Shape;173;p9"/>
          <p:cNvSpPr txBox="1"/>
          <p:nvPr>
            <p:ph idx="17" type="title"/>
          </p:nvPr>
        </p:nvSpPr>
        <p:spPr>
          <a:xfrm>
            <a:off x="520900" y="3466625"/>
            <a:ext cx="1848600" cy="279000"/>
          </a:xfrm>
          <a:prstGeom prst="rect">
            <a:avLst/>
          </a:prstGeom>
        </p:spPr>
        <p:txBody>
          <a:bodyPr anchorCtr="0" anchor="ctr" bIns="0" lIns="182875" spcFirstLastPara="1" rIns="182875"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174" name="Google Shape;174;p9"/>
          <p:cNvSpPr txBox="1"/>
          <p:nvPr>
            <p:ph idx="18" type="subTitle"/>
          </p:nvPr>
        </p:nvSpPr>
        <p:spPr>
          <a:xfrm>
            <a:off x="524135" y="4213926"/>
            <a:ext cx="1848600" cy="224700"/>
          </a:xfrm>
          <a:prstGeom prst="rect">
            <a:avLst/>
          </a:prstGeom>
        </p:spPr>
        <p:txBody>
          <a:bodyPr anchorCtr="0" anchor="ctr" bIns="0" lIns="182875" spcFirstLastPara="1" rIns="91425" wrap="square" tIns="0">
            <a:normAutofit/>
          </a:bodyPr>
          <a:lstStyle>
            <a:lvl1pPr lvl="0">
              <a:spcBef>
                <a:spcPts val="0"/>
              </a:spcBef>
              <a:spcAft>
                <a:spcPts val="0"/>
              </a:spcAft>
              <a:buSzPts val="800"/>
              <a:buNone/>
              <a:defRPr sz="800"/>
            </a:lvl1pPr>
            <a:lvl2pPr lvl="1">
              <a:spcBef>
                <a:spcPts val="800"/>
              </a:spcBef>
              <a:spcAft>
                <a:spcPts val="0"/>
              </a:spcAft>
              <a:buSzPts val="800"/>
              <a:buNone/>
              <a:defRPr sz="800"/>
            </a:lvl2pPr>
            <a:lvl3pPr lvl="2">
              <a:spcBef>
                <a:spcPts val="800"/>
              </a:spcBef>
              <a:spcAft>
                <a:spcPts val="0"/>
              </a:spcAft>
              <a:buSzPts val="800"/>
              <a:buNone/>
              <a:defRPr sz="800"/>
            </a:lvl3pPr>
            <a:lvl4pPr lvl="3">
              <a:spcBef>
                <a:spcPts val="800"/>
              </a:spcBef>
              <a:spcAft>
                <a:spcPts val="0"/>
              </a:spcAft>
              <a:buSzPts val="800"/>
              <a:buNone/>
              <a:defRPr sz="800"/>
            </a:lvl4pPr>
            <a:lvl5pPr lvl="4">
              <a:spcBef>
                <a:spcPts val="800"/>
              </a:spcBef>
              <a:spcAft>
                <a:spcPts val="0"/>
              </a:spcAft>
              <a:buSzPts val="800"/>
              <a:buNone/>
              <a:defRPr sz="800"/>
            </a:lvl5pPr>
            <a:lvl6pPr lvl="5">
              <a:spcBef>
                <a:spcPts val="800"/>
              </a:spcBef>
              <a:spcAft>
                <a:spcPts val="0"/>
              </a:spcAft>
              <a:buSzPts val="800"/>
              <a:buNone/>
              <a:defRPr sz="800"/>
            </a:lvl6pPr>
            <a:lvl7pPr lvl="6">
              <a:spcBef>
                <a:spcPts val="800"/>
              </a:spcBef>
              <a:spcAft>
                <a:spcPts val="0"/>
              </a:spcAft>
              <a:buSzPts val="800"/>
              <a:buNone/>
              <a:defRPr sz="800"/>
            </a:lvl7pPr>
            <a:lvl8pPr lvl="7">
              <a:spcBef>
                <a:spcPts val="800"/>
              </a:spcBef>
              <a:spcAft>
                <a:spcPts val="0"/>
              </a:spcAft>
              <a:buSzPts val="800"/>
              <a:buNone/>
              <a:defRPr sz="800"/>
            </a:lvl8pPr>
            <a:lvl9pPr lvl="8">
              <a:spcBef>
                <a:spcPts val="800"/>
              </a:spcBef>
              <a:spcAft>
                <a:spcPts val="800"/>
              </a:spcAft>
              <a:buSzPts val="800"/>
              <a:buNone/>
              <a:defRPr sz="800"/>
            </a:lvl9pPr>
          </a:lstStyle>
          <a:p/>
        </p:txBody>
      </p:sp>
      <p:sp>
        <p:nvSpPr>
          <p:cNvPr id="175" name="Google Shape;175;p9"/>
          <p:cNvSpPr txBox="1"/>
          <p:nvPr>
            <p:ph idx="19" type="title"/>
          </p:nvPr>
        </p:nvSpPr>
        <p:spPr>
          <a:xfrm>
            <a:off x="520900" y="3745642"/>
            <a:ext cx="1848600" cy="468600"/>
          </a:xfrm>
          <a:prstGeom prst="rect">
            <a:avLst/>
          </a:prstGeom>
        </p:spPr>
        <p:txBody>
          <a:bodyPr anchorCtr="0" anchor="ctr" bIns="0" lIns="182875" spcFirstLastPara="1" rIns="182875" wrap="square" tIns="0">
            <a:noAutofit/>
          </a:bodyPr>
          <a:lstStyle>
            <a:lvl1pPr lvl="0">
              <a:spcBef>
                <a:spcPts val="0"/>
              </a:spcBef>
              <a:spcAft>
                <a:spcPts val="0"/>
              </a:spcAft>
              <a:buSzPts val="3200"/>
              <a:buFont typeface="Gowun Batang"/>
              <a:buNone/>
              <a:defRPr/>
            </a:lvl1pPr>
            <a:lvl2pPr lvl="1">
              <a:spcBef>
                <a:spcPts val="0"/>
              </a:spcBef>
              <a:spcAft>
                <a:spcPts val="0"/>
              </a:spcAft>
              <a:buSzPts val="3200"/>
              <a:buFont typeface="Inter"/>
              <a:buNone/>
              <a:defRPr>
                <a:latin typeface="Inter"/>
                <a:ea typeface="Inter"/>
                <a:cs typeface="Inter"/>
                <a:sym typeface="Inter"/>
              </a:defRPr>
            </a:lvl2pPr>
            <a:lvl3pPr lvl="2">
              <a:spcBef>
                <a:spcPts val="0"/>
              </a:spcBef>
              <a:spcAft>
                <a:spcPts val="0"/>
              </a:spcAft>
              <a:buSzPts val="3200"/>
              <a:buFont typeface="Inter"/>
              <a:buNone/>
              <a:defRPr>
                <a:latin typeface="Inter"/>
                <a:ea typeface="Inter"/>
                <a:cs typeface="Inter"/>
                <a:sym typeface="Inter"/>
              </a:defRPr>
            </a:lvl3pPr>
            <a:lvl4pPr lvl="3">
              <a:spcBef>
                <a:spcPts val="0"/>
              </a:spcBef>
              <a:spcAft>
                <a:spcPts val="0"/>
              </a:spcAft>
              <a:buSzPts val="3200"/>
              <a:buFont typeface="Inter"/>
              <a:buNone/>
              <a:defRPr>
                <a:latin typeface="Inter"/>
                <a:ea typeface="Inter"/>
                <a:cs typeface="Inter"/>
                <a:sym typeface="Inter"/>
              </a:defRPr>
            </a:lvl4pPr>
            <a:lvl5pPr lvl="4">
              <a:spcBef>
                <a:spcPts val="0"/>
              </a:spcBef>
              <a:spcAft>
                <a:spcPts val="0"/>
              </a:spcAft>
              <a:buSzPts val="3200"/>
              <a:buFont typeface="Inter"/>
              <a:buNone/>
              <a:defRPr>
                <a:latin typeface="Inter"/>
                <a:ea typeface="Inter"/>
                <a:cs typeface="Inter"/>
                <a:sym typeface="Inter"/>
              </a:defRPr>
            </a:lvl5pPr>
            <a:lvl6pPr lvl="5">
              <a:spcBef>
                <a:spcPts val="0"/>
              </a:spcBef>
              <a:spcAft>
                <a:spcPts val="0"/>
              </a:spcAft>
              <a:buSzPts val="3200"/>
              <a:buFont typeface="Inter"/>
              <a:buNone/>
              <a:defRPr>
                <a:latin typeface="Inter"/>
                <a:ea typeface="Inter"/>
                <a:cs typeface="Inter"/>
                <a:sym typeface="Inter"/>
              </a:defRPr>
            </a:lvl6pPr>
            <a:lvl7pPr lvl="6">
              <a:spcBef>
                <a:spcPts val="0"/>
              </a:spcBef>
              <a:spcAft>
                <a:spcPts val="0"/>
              </a:spcAft>
              <a:buSzPts val="3200"/>
              <a:buFont typeface="Inter"/>
              <a:buNone/>
              <a:defRPr>
                <a:latin typeface="Inter"/>
                <a:ea typeface="Inter"/>
                <a:cs typeface="Inter"/>
                <a:sym typeface="Inter"/>
              </a:defRPr>
            </a:lvl7pPr>
            <a:lvl8pPr lvl="7">
              <a:spcBef>
                <a:spcPts val="0"/>
              </a:spcBef>
              <a:spcAft>
                <a:spcPts val="0"/>
              </a:spcAft>
              <a:buSzPts val="3200"/>
              <a:buFont typeface="Inter"/>
              <a:buNone/>
              <a:defRPr>
                <a:latin typeface="Inter"/>
                <a:ea typeface="Inter"/>
                <a:cs typeface="Inter"/>
                <a:sym typeface="Inter"/>
              </a:defRPr>
            </a:lvl8pPr>
            <a:lvl9pPr lvl="8">
              <a:spcBef>
                <a:spcPts val="0"/>
              </a:spcBef>
              <a:spcAft>
                <a:spcPts val="0"/>
              </a:spcAft>
              <a:buSzPts val="3200"/>
              <a:buFont typeface="Inter"/>
              <a:buNone/>
              <a:defRPr>
                <a:latin typeface="Inter"/>
                <a:ea typeface="Inter"/>
                <a:cs typeface="Inter"/>
                <a:sym typeface="Inter"/>
              </a:defRPr>
            </a:lvl9pPr>
          </a:lstStyle>
          <a:p/>
        </p:txBody>
      </p:sp>
      <p:sp>
        <p:nvSpPr>
          <p:cNvPr id="176" name="Google Shape;176;p9"/>
          <p:cNvSpPr txBox="1"/>
          <p:nvPr>
            <p:ph idx="20" type="subTitle"/>
          </p:nvPr>
        </p:nvSpPr>
        <p:spPr>
          <a:xfrm>
            <a:off x="2374473" y="4213926"/>
            <a:ext cx="1848600" cy="224700"/>
          </a:xfrm>
          <a:prstGeom prst="rect">
            <a:avLst/>
          </a:prstGeom>
        </p:spPr>
        <p:txBody>
          <a:bodyPr anchorCtr="0" anchor="ctr" bIns="0" lIns="182875" spcFirstLastPara="1" rIns="91425" wrap="square" tIns="0">
            <a:normAutofit/>
          </a:bodyPr>
          <a:lstStyle>
            <a:lvl1pPr lvl="0">
              <a:spcBef>
                <a:spcPts val="0"/>
              </a:spcBef>
              <a:spcAft>
                <a:spcPts val="0"/>
              </a:spcAft>
              <a:buSzPts val="800"/>
              <a:buNone/>
              <a:defRPr sz="800"/>
            </a:lvl1pPr>
            <a:lvl2pPr lvl="1">
              <a:spcBef>
                <a:spcPts val="800"/>
              </a:spcBef>
              <a:spcAft>
                <a:spcPts val="0"/>
              </a:spcAft>
              <a:buSzPts val="800"/>
              <a:buNone/>
              <a:defRPr sz="800"/>
            </a:lvl2pPr>
            <a:lvl3pPr lvl="2">
              <a:spcBef>
                <a:spcPts val="800"/>
              </a:spcBef>
              <a:spcAft>
                <a:spcPts val="0"/>
              </a:spcAft>
              <a:buSzPts val="800"/>
              <a:buNone/>
              <a:defRPr sz="800"/>
            </a:lvl3pPr>
            <a:lvl4pPr lvl="3">
              <a:spcBef>
                <a:spcPts val="800"/>
              </a:spcBef>
              <a:spcAft>
                <a:spcPts val="0"/>
              </a:spcAft>
              <a:buSzPts val="800"/>
              <a:buNone/>
              <a:defRPr sz="800"/>
            </a:lvl4pPr>
            <a:lvl5pPr lvl="4">
              <a:spcBef>
                <a:spcPts val="800"/>
              </a:spcBef>
              <a:spcAft>
                <a:spcPts val="0"/>
              </a:spcAft>
              <a:buSzPts val="800"/>
              <a:buNone/>
              <a:defRPr sz="800"/>
            </a:lvl5pPr>
            <a:lvl6pPr lvl="5">
              <a:spcBef>
                <a:spcPts val="800"/>
              </a:spcBef>
              <a:spcAft>
                <a:spcPts val="0"/>
              </a:spcAft>
              <a:buSzPts val="800"/>
              <a:buNone/>
              <a:defRPr sz="800"/>
            </a:lvl6pPr>
            <a:lvl7pPr lvl="6">
              <a:spcBef>
                <a:spcPts val="800"/>
              </a:spcBef>
              <a:spcAft>
                <a:spcPts val="0"/>
              </a:spcAft>
              <a:buSzPts val="800"/>
              <a:buNone/>
              <a:defRPr sz="800"/>
            </a:lvl7pPr>
            <a:lvl8pPr lvl="7">
              <a:spcBef>
                <a:spcPts val="800"/>
              </a:spcBef>
              <a:spcAft>
                <a:spcPts val="0"/>
              </a:spcAft>
              <a:buSzPts val="800"/>
              <a:buNone/>
              <a:defRPr sz="800"/>
            </a:lvl8pPr>
            <a:lvl9pPr lvl="8">
              <a:spcBef>
                <a:spcPts val="800"/>
              </a:spcBef>
              <a:spcAft>
                <a:spcPts val="800"/>
              </a:spcAft>
              <a:buSzPts val="800"/>
              <a:buNone/>
              <a:defRPr sz="800"/>
            </a:lvl9pPr>
          </a:lstStyle>
          <a:p/>
        </p:txBody>
      </p:sp>
      <p:sp>
        <p:nvSpPr>
          <p:cNvPr id="177" name="Google Shape;177;p9"/>
          <p:cNvSpPr txBox="1"/>
          <p:nvPr>
            <p:ph idx="21" type="title"/>
          </p:nvPr>
        </p:nvSpPr>
        <p:spPr>
          <a:xfrm>
            <a:off x="2371238" y="3745642"/>
            <a:ext cx="1848600" cy="468600"/>
          </a:xfrm>
          <a:prstGeom prst="rect">
            <a:avLst/>
          </a:prstGeom>
        </p:spPr>
        <p:txBody>
          <a:bodyPr anchorCtr="0" anchor="ctr" bIns="0" lIns="182875" spcFirstLastPara="1" rIns="182875" wrap="square" tIns="0">
            <a:noAutofit/>
          </a:bodyPr>
          <a:lstStyle>
            <a:lvl1pPr lvl="0">
              <a:spcBef>
                <a:spcPts val="0"/>
              </a:spcBef>
              <a:spcAft>
                <a:spcPts val="0"/>
              </a:spcAft>
              <a:buSzPts val="3200"/>
              <a:buFont typeface="Gowun Batang"/>
              <a:buNone/>
              <a:defRPr/>
            </a:lvl1pPr>
            <a:lvl2pPr lvl="1">
              <a:spcBef>
                <a:spcPts val="0"/>
              </a:spcBef>
              <a:spcAft>
                <a:spcPts val="0"/>
              </a:spcAft>
              <a:buSzPts val="3200"/>
              <a:buFont typeface="Inter"/>
              <a:buNone/>
              <a:defRPr>
                <a:latin typeface="Inter"/>
                <a:ea typeface="Inter"/>
                <a:cs typeface="Inter"/>
                <a:sym typeface="Inter"/>
              </a:defRPr>
            </a:lvl2pPr>
            <a:lvl3pPr lvl="2">
              <a:spcBef>
                <a:spcPts val="0"/>
              </a:spcBef>
              <a:spcAft>
                <a:spcPts val="0"/>
              </a:spcAft>
              <a:buSzPts val="3200"/>
              <a:buFont typeface="Inter"/>
              <a:buNone/>
              <a:defRPr>
                <a:latin typeface="Inter"/>
                <a:ea typeface="Inter"/>
                <a:cs typeface="Inter"/>
                <a:sym typeface="Inter"/>
              </a:defRPr>
            </a:lvl3pPr>
            <a:lvl4pPr lvl="3">
              <a:spcBef>
                <a:spcPts val="0"/>
              </a:spcBef>
              <a:spcAft>
                <a:spcPts val="0"/>
              </a:spcAft>
              <a:buSzPts val="3200"/>
              <a:buFont typeface="Inter"/>
              <a:buNone/>
              <a:defRPr>
                <a:latin typeface="Inter"/>
                <a:ea typeface="Inter"/>
                <a:cs typeface="Inter"/>
                <a:sym typeface="Inter"/>
              </a:defRPr>
            </a:lvl4pPr>
            <a:lvl5pPr lvl="4">
              <a:spcBef>
                <a:spcPts val="0"/>
              </a:spcBef>
              <a:spcAft>
                <a:spcPts val="0"/>
              </a:spcAft>
              <a:buSzPts val="3200"/>
              <a:buFont typeface="Inter"/>
              <a:buNone/>
              <a:defRPr>
                <a:latin typeface="Inter"/>
                <a:ea typeface="Inter"/>
                <a:cs typeface="Inter"/>
                <a:sym typeface="Inter"/>
              </a:defRPr>
            </a:lvl5pPr>
            <a:lvl6pPr lvl="5">
              <a:spcBef>
                <a:spcPts val="0"/>
              </a:spcBef>
              <a:spcAft>
                <a:spcPts val="0"/>
              </a:spcAft>
              <a:buSzPts val="3200"/>
              <a:buFont typeface="Inter"/>
              <a:buNone/>
              <a:defRPr>
                <a:latin typeface="Inter"/>
                <a:ea typeface="Inter"/>
                <a:cs typeface="Inter"/>
                <a:sym typeface="Inter"/>
              </a:defRPr>
            </a:lvl6pPr>
            <a:lvl7pPr lvl="6">
              <a:spcBef>
                <a:spcPts val="0"/>
              </a:spcBef>
              <a:spcAft>
                <a:spcPts val="0"/>
              </a:spcAft>
              <a:buSzPts val="3200"/>
              <a:buFont typeface="Inter"/>
              <a:buNone/>
              <a:defRPr>
                <a:latin typeface="Inter"/>
                <a:ea typeface="Inter"/>
                <a:cs typeface="Inter"/>
                <a:sym typeface="Inter"/>
              </a:defRPr>
            </a:lvl7pPr>
            <a:lvl8pPr lvl="7">
              <a:spcBef>
                <a:spcPts val="0"/>
              </a:spcBef>
              <a:spcAft>
                <a:spcPts val="0"/>
              </a:spcAft>
              <a:buSzPts val="3200"/>
              <a:buFont typeface="Inter"/>
              <a:buNone/>
              <a:defRPr>
                <a:latin typeface="Inter"/>
                <a:ea typeface="Inter"/>
                <a:cs typeface="Inter"/>
                <a:sym typeface="Inter"/>
              </a:defRPr>
            </a:lvl8pPr>
            <a:lvl9pPr lvl="8">
              <a:spcBef>
                <a:spcPts val="0"/>
              </a:spcBef>
              <a:spcAft>
                <a:spcPts val="0"/>
              </a:spcAft>
              <a:buSzPts val="3200"/>
              <a:buFont typeface="Inter"/>
              <a:buNone/>
              <a:defRPr>
                <a:latin typeface="Inter"/>
                <a:ea typeface="Inter"/>
                <a:cs typeface="Inter"/>
                <a:sym typeface="Inter"/>
              </a:defRPr>
            </a:lvl9pPr>
          </a:lstStyle>
          <a:p/>
        </p:txBody>
      </p:sp>
      <p:sp>
        <p:nvSpPr>
          <p:cNvPr id="178" name="Google Shape;178;p9"/>
          <p:cNvSpPr txBox="1"/>
          <p:nvPr>
            <p:ph idx="22" type="subTitle"/>
          </p:nvPr>
        </p:nvSpPr>
        <p:spPr>
          <a:xfrm>
            <a:off x="4225138" y="4213928"/>
            <a:ext cx="1764600" cy="224700"/>
          </a:xfrm>
          <a:prstGeom prst="rect">
            <a:avLst/>
          </a:prstGeom>
        </p:spPr>
        <p:txBody>
          <a:bodyPr anchorCtr="0" anchor="ctr" bIns="0" lIns="182875" spcFirstLastPara="1" rIns="91425" wrap="square" tIns="0">
            <a:normAutofit/>
          </a:bodyPr>
          <a:lstStyle>
            <a:lvl1pPr lvl="0">
              <a:spcBef>
                <a:spcPts val="0"/>
              </a:spcBef>
              <a:spcAft>
                <a:spcPts val="0"/>
              </a:spcAft>
              <a:buSzPts val="800"/>
              <a:buNone/>
              <a:defRPr sz="800"/>
            </a:lvl1pPr>
            <a:lvl2pPr lvl="1">
              <a:spcBef>
                <a:spcPts val="800"/>
              </a:spcBef>
              <a:spcAft>
                <a:spcPts val="0"/>
              </a:spcAft>
              <a:buSzPts val="800"/>
              <a:buNone/>
              <a:defRPr sz="800"/>
            </a:lvl2pPr>
            <a:lvl3pPr lvl="2">
              <a:spcBef>
                <a:spcPts val="800"/>
              </a:spcBef>
              <a:spcAft>
                <a:spcPts val="0"/>
              </a:spcAft>
              <a:buSzPts val="800"/>
              <a:buNone/>
              <a:defRPr sz="800"/>
            </a:lvl3pPr>
            <a:lvl4pPr lvl="3">
              <a:spcBef>
                <a:spcPts val="800"/>
              </a:spcBef>
              <a:spcAft>
                <a:spcPts val="0"/>
              </a:spcAft>
              <a:buSzPts val="800"/>
              <a:buNone/>
              <a:defRPr sz="800"/>
            </a:lvl4pPr>
            <a:lvl5pPr lvl="4">
              <a:spcBef>
                <a:spcPts val="800"/>
              </a:spcBef>
              <a:spcAft>
                <a:spcPts val="0"/>
              </a:spcAft>
              <a:buSzPts val="800"/>
              <a:buNone/>
              <a:defRPr sz="800"/>
            </a:lvl5pPr>
            <a:lvl6pPr lvl="5">
              <a:spcBef>
                <a:spcPts val="800"/>
              </a:spcBef>
              <a:spcAft>
                <a:spcPts val="0"/>
              </a:spcAft>
              <a:buSzPts val="800"/>
              <a:buNone/>
              <a:defRPr sz="800"/>
            </a:lvl6pPr>
            <a:lvl7pPr lvl="6">
              <a:spcBef>
                <a:spcPts val="800"/>
              </a:spcBef>
              <a:spcAft>
                <a:spcPts val="0"/>
              </a:spcAft>
              <a:buSzPts val="800"/>
              <a:buNone/>
              <a:defRPr sz="800"/>
            </a:lvl7pPr>
            <a:lvl8pPr lvl="7">
              <a:spcBef>
                <a:spcPts val="800"/>
              </a:spcBef>
              <a:spcAft>
                <a:spcPts val="0"/>
              </a:spcAft>
              <a:buSzPts val="800"/>
              <a:buNone/>
              <a:defRPr sz="800"/>
            </a:lvl8pPr>
            <a:lvl9pPr lvl="8">
              <a:spcBef>
                <a:spcPts val="800"/>
              </a:spcBef>
              <a:spcAft>
                <a:spcPts val="800"/>
              </a:spcAft>
              <a:buSzPts val="800"/>
              <a:buNone/>
              <a:defRPr sz="800"/>
            </a:lvl9pPr>
          </a:lstStyle>
          <a:p/>
        </p:txBody>
      </p:sp>
      <p:sp>
        <p:nvSpPr>
          <p:cNvPr id="179" name="Google Shape;179;p9"/>
          <p:cNvSpPr txBox="1"/>
          <p:nvPr>
            <p:ph idx="23" type="title"/>
          </p:nvPr>
        </p:nvSpPr>
        <p:spPr>
          <a:xfrm>
            <a:off x="4222050" y="3745650"/>
            <a:ext cx="1764600" cy="468600"/>
          </a:xfrm>
          <a:prstGeom prst="rect">
            <a:avLst/>
          </a:prstGeom>
        </p:spPr>
        <p:txBody>
          <a:bodyPr anchorCtr="0" anchor="ctr" bIns="0" lIns="182875" spcFirstLastPara="1" rIns="182875" wrap="square" tIns="0">
            <a:noAutofit/>
          </a:bodyPr>
          <a:lstStyle>
            <a:lvl1pPr lvl="0">
              <a:spcBef>
                <a:spcPts val="0"/>
              </a:spcBef>
              <a:spcAft>
                <a:spcPts val="0"/>
              </a:spcAft>
              <a:buSzPts val="3200"/>
              <a:buFont typeface="Gowun Batang"/>
              <a:buNone/>
              <a:defRPr/>
            </a:lvl1pPr>
            <a:lvl2pPr lvl="1">
              <a:spcBef>
                <a:spcPts val="0"/>
              </a:spcBef>
              <a:spcAft>
                <a:spcPts val="0"/>
              </a:spcAft>
              <a:buSzPts val="3200"/>
              <a:buFont typeface="Inter"/>
              <a:buNone/>
              <a:defRPr>
                <a:latin typeface="Inter"/>
                <a:ea typeface="Inter"/>
                <a:cs typeface="Inter"/>
                <a:sym typeface="Inter"/>
              </a:defRPr>
            </a:lvl2pPr>
            <a:lvl3pPr lvl="2">
              <a:spcBef>
                <a:spcPts val="0"/>
              </a:spcBef>
              <a:spcAft>
                <a:spcPts val="0"/>
              </a:spcAft>
              <a:buSzPts val="3200"/>
              <a:buFont typeface="Inter"/>
              <a:buNone/>
              <a:defRPr>
                <a:latin typeface="Inter"/>
                <a:ea typeface="Inter"/>
                <a:cs typeface="Inter"/>
                <a:sym typeface="Inter"/>
              </a:defRPr>
            </a:lvl3pPr>
            <a:lvl4pPr lvl="3">
              <a:spcBef>
                <a:spcPts val="0"/>
              </a:spcBef>
              <a:spcAft>
                <a:spcPts val="0"/>
              </a:spcAft>
              <a:buSzPts val="3200"/>
              <a:buFont typeface="Inter"/>
              <a:buNone/>
              <a:defRPr>
                <a:latin typeface="Inter"/>
                <a:ea typeface="Inter"/>
                <a:cs typeface="Inter"/>
                <a:sym typeface="Inter"/>
              </a:defRPr>
            </a:lvl4pPr>
            <a:lvl5pPr lvl="4">
              <a:spcBef>
                <a:spcPts val="0"/>
              </a:spcBef>
              <a:spcAft>
                <a:spcPts val="0"/>
              </a:spcAft>
              <a:buSzPts val="3200"/>
              <a:buFont typeface="Inter"/>
              <a:buNone/>
              <a:defRPr>
                <a:latin typeface="Inter"/>
                <a:ea typeface="Inter"/>
                <a:cs typeface="Inter"/>
                <a:sym typeface="Inter"/>
              </a:defRPr>
            </a:lvl5pPr>
            <a:lvl6pPr lvl="5">
              <a:spcBef>
                <a:spcPts val="0"/>
              </a:spcBef>
              <a:spcAft>
                <a:spcPts val="0"/>
              </a:spcAft>
              <a:buSzPts val="3200"/>
              <a:buFont typeface="Inter"/>
              <a:buNone/>
              <a:defRPr>
                <a:latin typeface="Inter"/>
                <a:ea typeface="Inter"/>
                <a:cs typeface="Inter"/>
                <a:sym typeface="Inter"/>
              </a:defRPr>
            </a:lvl6pPr>
            <a:lvl7pPr lvl="6">
              <a:spcBef>
                <a:spcPts val="0"/>
              </a:spcBef>
              <a:spcAft>
                <a:spcPts val="0"/>
              </a:spcAft>
              <a:buSzPts val="3200"/>
              <a:buFont typeface="Inter"/>
              <a:buNone/>
              <a:defRPr>
                <a:latin typeface="Inter"/>
                <a:ea typeface="Inter"/>
                <a:cs typeface="Inter"/>
                <a:sym typeface="Inter"/>
              </a:defRPr>
            </a:lvl7pPr>
            <a:lvl8pPr lvl="7">
              <a:spcBef>
                <a:spcPts val="0"/>
              </a:spcBef>
              <a:spcAft>
                <a:spcPts val="0"/>
              </a:spcAft>
              <a:buSzPts val="3200"/>
              <a:buFont typeface="Inter"/>
              <a:buNone/>
              <a:defRPr>
                <a:latin typeface="Inter"/>
                <a:ea typeface="Inter"/>
                <a:cs typeface="Inter"/>
                <a:sym typeface="Inter"/>
              </a:defRPr>
            </a:lvl8pPr>
            <a:lvl9pPr lvl="8">
              <a:spcBef>
                <a:spcPts val="0"/>
              </a:spcBef>
              <a:spcAft>
                <a:spcPts val="0"/>
              </a:spcAft>
              <a:buSzPts val="3200"/>
              <a:buFont typeface="Inter"/>
              <a:buNone/>
              <a:defRPr>
                <a:latin typeface="Inter"/>
                <a:ea typeface="Inter"/>
                <a:cs typeface="Inter"/>
                <a:sym typeface="Inter"/>
              </a:defRPr>
            </a:lvl9pPr>
          </a:lstStyle>
          <a:p/>
        </p:txBody>
      </p:sp>
      <p:sp>
        <p:nvSpPr>
          <p:cNvPr id="180" name="Google Shape;180;p9"/>
          <p:cNvSpPr txBox="1"/>
          <p:nvPr>
            <p:ph idx="24" type="subTitle"/>
          </p:nvPr>
        </p:nvSpPr>
        <p:spPr>
          <a:xfrm>
            <a:off x="6772301" y="4214250"/>
            <a:ext cx="1848600" cy="224700"/>
          </a:xfrm>
          <a:prstGeom prst="rect">
            <a:avLst/>
          </a:prstGeom>
        </p:spPr>
        <p:txBody>
          <a:bodyPr anchorCtr="0" anchor="ctr" bIns="0" lIns="182875" spcFirstLastPara="1" rIns="91425" wrap="square" tIns="0">
            <a:normAutofit/>
          </a:bodyPr>
          <a:lstStyle>
            <a:lvl1pPr lvl="0">
              <a:spcBef>
                <a:spcPts val="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1pPr>
            <a:lvl2pPr lvl="1">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2pPr>
            <a:lvl3pPr lvl="2">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3pPr>
            <a:lvl4pPr lvl="3">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4pPr>
            <a:lvl5pPr lvl="4">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5pPr>
            <a:lvl6pPr lvl="5">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6pPr>
            <a:lvl7pPr lvl="6">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7pPr>
            <a:lvl8pPr lvl="7">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8pPr>
            <a:lvl9pPr lvl="8">
              <a:spcBef>
                <a:spcPts val="800"/>
              </a:spcBef>
              <a:spcAft>
                <a:spcPts val="80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9pPr>
          </a:lstStyle>
          <a:p/>
        </p:txBody>
      </p:sp>
      <p:sp>
        <p:nvSpPr>
          <p:cNvPr id="181" name="Google Shape;181;p9"/>
          <p:cNvSpPr txBox="1"/>
          <p:nvPr>
            <p:ph idx="25" type="title"/>
          </p:nvPr>
        </p:nvSpPr>
        <p:spPr>
          <a:xfrm>
            <a:off x="6772300" y="3745650"/>
            <a:ext cx="1848600" cy="468600"/>
          </a:xfrm>
          <a:prstGeom prst="rect">
            <a:avLst/>
          </a:prstGeom>
        </p:spPr>
        <p:txBody>
          <a:bodyPr anchorCtr="0" anchor="ctr" bIns="0" lIns="182875" spcFirstLastPara="1" rIns="182875" wrap="square" tIns="0">
            <a:noAutofit/>
          </a:bodyPr>
          <a:lstStyle>
            <a:lvl1pPr lvl="0">
              <a:spcBef>
                <a:spcPts val="0"/>
              </a:spcBef>
              <a:spcAft>
                <a:spcPts val="0"/>
              </a:spcAft>
              <a:buClr>
                <a:schemeClr val="accent1"/>
              </a:buClr>
              <a:buSzPts val="3200"/>
              <a:buFont typeface="Gowun Batang"/>
              <a:buNone/>
              <a:defRPr b="1">
                <a:solidFill>
                  <a:schemeClr val="accent1"/>
                </a:solidFill>
              </a:defRPr>
            </a:lvl1pPr>
            <a:lvl2pPr lvl="1">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2pPr>
            <a:lvl3pPr lvl="2">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3pPr>
            <a:lvl4pPr lvl="3">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4pPr>
            <a:lvl5pPr lvl="4">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5pPr>
            <a:lvl6pPr lvl="5">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6pPr>
            <a:lvl7pPr lvl="6">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7pPr>
            <a:lvl8pPr lvl="7">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8pPr>
            <a:lvl9pPr lvl="8">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rational Performance">
  <p:cSld name="BLANK_1_5_1">
    <p:bg>
      <p:bgPr>
        <a:solidFill>
          <a:schemeClr val="lt1"/>
        </a:solidFill>
      </p:bgPr>
    </p:bg>
    <p:spTree>
      <p:nvGrpSpPr>
        <p:cNvPr id="182" name="Shape 182"/>
        <p:cNvGrpSpPr/>
        <p:nvPr/>
      </p:nvGrpSpPr>
      <p:grpSpPr>
        <a:xfrm>
          <a:off x="0" y="0"/>
          <a:ext cx="0" cy="0"/>
          <a:chOff x="0" y="0"/>
          <a:chExt cx="0" cy="0"/>
        </a:xfrm>
      </p:grpSpPr>
      <p:sp>
        <p:nvSpPr>
          <p:cNvPr id="183" name="Google Shape;183;p10"/>
          <p:cNvSpPr txBox="1"/>
          <p:nvPr>
            <p:ph type="title"/>
          </p:nvPr>
        </p:nvSpPr>
        <p:spPr>
          <a:xfrm>
            <a:off x="4675375" y="3375975"/>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lt1"/>
              </a:buClr>
              <a:buSzPts val="1000"/>
              <a:buFont typeface="Inter"/>
              <a:buChar char="●"/>
              <a:defRPr b="1" sz="1000">
                <a:latin typeface="Inter"/>
                <a:ea typeface="Inter"/>
                <a:cs typeface="Inter"/>
                <a:sym typeface="Inter"/>
              </a:defRPr>
            </a:lvl1pPr>
            <a:lvl2pPr lvl="1">
              <a:spcBef>
                <a:spcPts val="0"/>
              </a:spcBef>
              <a:spcAft>
                <a:spcPts val="0"/>
              </a:spcAft>
              <a:buClr>
                <a:schemeClr val="lt1"/>
              </a:buClr>
              <a:buSzPts val="1000"/>
              <a:buFont typeface="Inter"/>
              <a:buChar char="○"/>
              <a:defRPr b="1" sz="1000">
                <a:latin typeface="Inter"/>
                <a:ea typeface="Inter"/>
                <a:cs typeface="Inter"/>
                <a:sym typeface="Inter"/>
              </a:defRPr>
            </a:lvl2pPr>
            <a:lvl3pPr lvl="2">
              <a:spcBef>
                <a:spcPts val="0"/>
              </a:spcBef>
              <a:spcAft>
                <a:spcPts val="0"/>
              </a:spcAft>
              <a:buClr>
                <a:schemeClr val="lt1"/>
              </a:buClr>
              <a:buSzPts val="1000"/>
              <a:buFont typeface="Inter"/>
              <a:buChar char="■"/>
              <a:defRPr b="1" sz="1000">
                <a:latin typeface="Inter"/>
                <a:ea typeface="Inter"/>
                <a:cs typeface="Inter"/>
                <a:sym typeface="Inter"/>
              </a:defRPr>
            </a:lvl3pPr>
            <a:lvl4pPr lvl="3">
              <a:spcBef>
                <a:spcPts val="0"/>
              </a:spcBef>
              <a:spcAft>
                <a:spcPts val="0"/>
              </a:spcAft>
              <a:buClr>
                <a:schemeClr val="lt1"/>
              </a:buClr>
              <a:buSzPts val="1000"/>
              <a:buFont typeface="Inter"/>
              <a:buChar char="●"/>
              <a:defRPr b="1" sz="1000">
                <a:latin typeface="Inter"/>
                <a:ea typeface="Inter"/>
                <a:cs typeface="Inter"/>
                <a:sym typeface="Inter"/>
              </a:defRPr>
            </a:lvl4pPr>
            <a:lvl5pPr lvl="4">
              <a:spcBef>
                <a:spcPts val="0"/>
              </a:spcBef>
              <a:spcAft>
                <a:spcPts val="0"/>
              </a:spcAft>
              <a:buClr>
                <a:schemeClr val="lt1"/>
              </a:buClr>
              <a:buSzPts val="1000"/>
              <a:buFont typeface="Inter"/>
              <a:buChar char="○"/>
              <a:defRPr b="1" sz="1000">
                <a:latin typeface="Inter"/>
                <a:ea typeface="Inter"/>
                <a:cs typeface="Inter"/>
                <a:sym typeface="Inter"/>
              </a:defRPr>
            </a:lvl5pPr>
            <a:lvl6pPr lvl="5">
              <a:spcBef>
                <a:spcPts val="0"/>
              </a:spcBef>
              <a:spcAft>
                <a:spcPts val="0"/>
              </a:spcAft>
              <a:buClr>
                <a:schemeClr val="lt1"/>
              </a:buClr>
              <a:buSzPts val="1000"/>
              <a:buFont typeface="Inter"/>
              <a:buChar char="■"/>
              <a:defRPr b="1" sz="1000">
                <a:latin typeface="Inter"/>
                <a:ea typeface="Inter"/>
                <a:cs typeface="Inter"/>
                <a:sym typeface="Inter"/>
              </a:defRPr>
            </a:lvl6pPr>
            <a:lvl7pPr lvl="6">
              <a:spcBef>
                <a:spcPts val="0"/>
              </a:spcBef>
              <a:spcAft>
                <a:spcPts val="0"/>
              </a:spcAft>
              <a:buClr>
                <a:schemeClr val="lt1"/>
              </a:buClr>
              <a:buSzPts val="1000"/>
              <a:buFont typeface="Inter"/>
              <a:buChar char="●"/>
              <a:defRPr b="1" sz="1000">
                <a:latin typeface="Inter"/>
                <a:ea typeface="Inter"/>
                <a:cs typeface="Inter"/>
                <a:sym typeface="Inter"/>
              </a:defRPr>
            </a:lvl7pPr>
            <a:lvl8pPr lvl="7">
              <a:spcBef>
                <a:spcPts val="0"/>
              </a:spcBef>
              <a:spcAft>
                <a:spcPts val="0"/>
              </a:spcAft>
              <a:buClr>
                <a:schemeClr val="lt1"/>
              </a:buClr>
              <a:buSzPts val="1000"/>
              <a:buFont typeface="Inter"/>
              <a:buChar char="○"/>
              <a:defRPr b="1" sz="1000">
                <a:latin typeface="Inter"/>
                <a:ea typeface="Inter"/>
                <a:cs typeface="Inter"/>
                <a:sym typeface="Inter"/>
              </a:defRPr>
            </a:lvl8pPr>
            <a:lvl9pPr lvl="8">
              <a:spcBef>
                <a:spcPts val="0"/>
              </a:spcBef>
              <a:spcAft>
                <a:spcPts val="0"/>
              </a:spcAft>
              <a:buClr>
                <a:schemeClr val="lt1"/>
              </a:buClr>
              <a:buSzPts val="1000"/>
              <a:buFont typeface="Inter"/>
              <a:buChar char="■"/>
              <a:defRPr b="1" sz="1000">
                <a:latin typeface="Inter"/>
                <a:ea typeface="Inter"/>
                <a:cs typeface="Inter"/>
                <a:sym typeface="Inter"/>
              </a:defRPr>
            </a:lvl9pPr>
          </a:lstStyle>
          <a:p/>
        </p:txBody>
      </p:sp>
      <p:sp>
        <p:nvSpPr>
          <p:cNvPr id="184" name="Google Shape;184;p10"/>
          <p:cNvSpPr txBox="1"/>
          <p:nvPr>
            <p:ph idx="2" type="title"/>
          </p:nvPr>
        </p:nvSpPr>
        <p:spPr>
          <a:xfrm>
            <a:off x="3429275" y="33759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lt1"/>
              </a:buClr>
              <a:buSzPts val="1000"/>
              <a:buFont typeface="Inter"/>
              <a:buChar char="●"/>
              <a:defRPr b="1" sz="1000">
                <a:latin typeface="Inter"/>
                <a:ea typeface="Inter"/>
                <a:cs typeface="Inter"/>
                <a:sym typeface="Inter"/>
              </a:defRPr>
            </a:lvl1pPr>
            <a:lvl2pPr lvl="1">
              <a:spcBef>
                <a:spcPts val="0"/>
              </a:spcBef>
              <a:spcAft>
                <a:spcPts val="0"/>
              </a:spcAft>
              <a:buClr>
                <a:schemeClr val="lt1"/>
              </a:buClr>
              <a:buSzPts val="1000"/>
              <a:buFont typeface="Inter"/>
              <a:buChar char="○"/>
              <a:defRPr b="1" sz="1000">
                <a:latin typeface="Inter"/>
                <a:ea typeface="Inter"/>
                <a:cs typeface="Inter"/>
                <a:sym typeface="Inter"/>
              </a:defRPr>
            </a:lvl2pPr>
            <a:lvl3pPr lvl="2">
              <a:spcBef>
                <a:spcPts val="0"/>
              </a:spcBef>
              <a:spcAft>
                <a:spcPts val="0"/>
              </a:spcAft>
              <a:buClr>
                <a:schemeClr val="lt1"/>
              </a:buClr>
              <a:buSzPts val="1000"/>
              <a:buFont typeface="Inter"/>
              <a:buChar char="■"/>
              <a:defRPr b="1" sz="1000">
                <a:latin typeface="Inter"/>
                <a:ea typeface="Inter"/>
                <a:cs typeface="Inter"/>
                <a:sym typeface="Inter"/>
              </a:defRPr>
            </a:lvl3pPr>
            <a:lvl4pPr lvl="3">
              <a:spcBef>
                <a:spcPts val="0"/>
              </a:spcBef>
              <a:spcAft>
                <a:spcPts val="0"/>
              </a:spcAft>
              <a:buClr>
                <a:schemeClr val="lt1"/>
              </a:buClr>
              <a:buSzPts val="1000"/>
              <a:buFont typeface="Inter"/>
              <a:buChar char="●"/>
              <a:defRPr b="1" sz="1000">
                <a:latin typeface="Inter"/>
                <a:ea typeface="Inter"/>
                <a:cs typeface="Inter"/>
                <a:sym typeface="Inter"/>
              </a:defRPr>
            </a:lvl4pPr>
            <a:lvl5pPr lvl="4">
              <a:spcBef>
                <a:spcPts val="0"/>
              </a:spcBef>
              <a:spcAft>
                <a:spcPts val="0"/>
              </a:spcAft>
              <a:buClr>
                <a:schemeClr val="lt1"/>
              </a:buClr>
              <a:buSzPts val="1000"/>
              <a:buFont typeface="Inter"/>
              <a:buChar char="○"/>
              <a:defRPr b="1" sz="1000">
                <a:latin typeface="Inter"/>
                <a:ea typeface="Inter"/>
                <a:cs typeface="Inter"/>
                <a:sym typeface="Inter"/>
              </a:defRPr>
            </a:lvl5pPr>
            <a:lvl6pPr lvl="5">
              <a:spcBef>
                <a:spcPts val="0"/>
              </a:spcBef>
              <a:spcAft>
                <a:spcPts val="0"/>
              </a:spcAft>
              <a:buClr>
                <a:schemeClr val="lt1"/>
              </a:buClr>
              <a:buSzPts val="1000"/>
              <a:buFont typeface="Inter"/>
              <a:buChar char="■"/>
              <a:defRPr b="1" sz="1000">
                <a:latin typeface="Inter"/>
                <a:ea typeface="Inter"/>
                <a:cs typeface="Inter"/>
                <a:sym typeface="Inter"/>
              </a:defRPr>
            </a:lvl6pPr>
            <a:lvl7pPr lvl="6">
              <a:spcBef>
                <a:spcPts val="0"/>
              </a:spcBef>
              <a:spcAft>
                <a:spcPts val="0"/>
              </a:spcAft>
              <a:buClr>
                <a:schemeClr val="lt1"/>
              </a:buClr>
              <a:buSzPts val="1000"/>
              <a:buFont typeface="Inter"/>
              <a:buChar char="●"/>
              <a:defRPr b="1" sz="1000">
                <a:latin typeface="Inter"/>
                <a:ea typeface="Inter"/>
                <a:cs typeface="Inter"/>
                <a:sym typeface="Inter"/>
              </a:defRPr>
            </a:lvl7pPr>
            <a:lvl8pPr lvl="7">
              <a:spcBef>
                <a:spcPts val="0"/>
              </a:spcBef>
              <a:spcAft>
                <a:spcPts val="0"/>
              </a:spcAft>
              <a:buClr>
                <a:schemeClr val="lt1"/>
              </a:buClr>
              <a:buSzPts val="1000"/>
              <a:buFont typeface="Inter"/>
              <a:buChar char="○"/>
              <a:defRPr b="1" sz="1000">
                <a:latin typeface="Inter"/>
                <a:ea typeface="Inter"/>
                <a:cs typeface="Inter"/>
                <a:sym typeface="Inter"/>
              </a:defRPr>
            </a:lvl8pPr>
            <a:lvl9pPr lvl="8">
              <a:spcBef>
                <a:spcPts val="0"/>
              </a:spcBef>
              <a:spcAft>
                <a:spcPts val="0"/>
              </a:spcAft>
              <a:buClr>
                <a:schemeClr val="lt1"/>
              </a:buClr>
              <a:buSzPts val="1000"/>
              <a:buFont typeface="Inter"/>
              <a:buChar char="■"/>
              <a:defRPr b="1" sz="1000">
                <a:latin typeface="Inter"/>
                <a:ea typeface="Inter"/>
                <a:cs typeface="Inter"/>
                <a:sym typeface="Inter"/>
              </a:defRPr>
            </a:lvl9pPr>
          </a:lstStyle>
          <a:p/>
        </p:txBody>
      </p:sp>
      <p:sp>
        <p:nvSpPr>
          <p:cNvPr id="185" name="Google Shape;185;p10"/>
          <p:cNvSpPr txBox="1"/>
          <p:nvPr>
            <p:ph idx="3" type="title"/>
          </p:nvPr>
        </p:nvSpPr>
        <p:spPr>
          <a:xfrm>
            <a:off x="4675375" y="1475325"/>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186" name="Google Shape;186;p10"/>
          <p:cNvSpPr txBox="1"/>
          <p:nvPr>
            <p:ph idx="4" type="title"/>
          </p:nvPr>
        </p:nvSpPr>
        <p:spPr>
          <a:xfrm>
            <a:off x="4675375" y="2107788"/>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187" name="Google Shape;187;p10"/>
          <p:cNvSpPr txBox="1"/>
          <p:nvPr>
            <p:ph idx="5" type="title"/>
          </p:nvPr>
        </p:nvSpPr>
        <p:spPr>
          <a:xfrm>
            <a:off x="4675375" y="2740325"/>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188" name="Google Shape;188;p10"/>
          <p:cNvSpPr txBox="1"/>
          <p:nvPr>
            <p:ph idx="6" type="title"/>
          </p:nvPr>
        </p:nvSpPr>
        <p:spPr>
          <a:xfrm>
            <a:off x="4675375" y="4007325"/>
            <a:ext cx="1056000" cy="6093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189" name="Google Shape;189;p10"/>
          <p:cNvSpPr txBox="1"/>
          <p:nvPr>
            <p:ph idx="7" type="title"/>
          </p:nvPr>
        </p:nvSpPr>
        <p:spPr>
          <a:xfrm>
            <a:off x="3429252" y="147532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190" name="Google Shape;190;p10"/>
          <p:cNvSpPr txBox="1"/>
          <p:nvPr>
            <p:ph idx="8" type="title"/>
          </p:nvPr>
        </p:nvSpPr>
        <p:spPr>
          <a:xfrm>
            <a:off x="3429252" y="21072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191" name="Google Shape;191;p10"/>
          <p:cNvSpPr txBox="1"/>
          <p:nvPr>
            <p:ph idx="9" type="title"/>
          </p:nvPr>
        </p:nvSpPr>
        <p:spPr>
          <a:xfrm>
            <a:off x="3429252" y="2742250"/>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192" name="Google Shape;192;p10"/>
          <p:cNvSpPr txBox="1"/>
          <p:nvPr>
            <p:ph idx="13" type="title"/>
          </p:nvPr>
        </p:nvSpPr>
        <p:spPr>
          <a:xfrm>
            <a:off x="3429250" y="4008675"/>
            <a:ext cx="1244100" cy="6093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193" name="Google Shape;193;p10"/>
          <p:cNvSpPr txBox="1"/>
          <p:nvPr>
            <p:ph idx="14" type="title"/>
          </p:nvPr>
        </p:nvSpPr>
        <p:spPr>
          <a:xfrm>
            <a:off x="2184152" y="147532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194" name="Google Shape;194;p10"/>
          <p:cNvSpPr txBox="1"/>
          <p:nvPr>
            <p:ph idx="15" type="title"/>
          </p:nvPr>
        </p:nvSpPr>
        <p:spPr>
          <a:xfrm>
            <a:off x="2184152" y="21072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195" name="Google Shape;195;p10"/>
          <p:cNvSpPr txBox="1"/>
          <p:nvPr>
            <p:ph idx="16" type="title"/>
          </p:nvPr>
        </p:nvSpPr>
        <p:spPr>
          <a:xfrm>
            <a:off x="2184152" y="2742250"/>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196" name="Google Shape;196;p10"/>
          <p:cNvSpPr txBox="1"/>
          <p:nvPr>
            <p:ph idx="17" type="title"/>
          </p:nvPr>
        </p:nvSpPr>
        <p:spPr>
          <a:xfrm>
            <a:off x="2184175" y="33759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lt1"/>
              </a:buClr>
              <a:buSzPts val="1000"/>
              <a:buFont typeface="Inter"/>
              <a:buChar char="●"/>
              <a:defRPr sz="1000">
                <a:latin typeface="Inter"/>
                <a:ea typeface="Inter"/>
                <a:cs typeface="Inter"/>
                <a:sym typeface="Inter"/>
              </a:defRPr>
            </a:lvl1pPr>
            <a:lvl2pPr lvl="1">
              <a:spcBef>
                <a:spcPts val="0"/>
              </a:spcBef>
              <a:spcAft>
                <a:spcPts val="0"/>
              </a:spcAft>
              <a:buClr>
                <a:schemeClr val="lt1"/>
              </a:buClr>
              <a:buSzPts val="1000"/>
              <a:buFont typeface="Inter"/>
              <a:buChar char="○"/>
              <a:defRPr sz="1000">
                <a:latin typeface="Inter"/>
                <a:ea typeface="Inter"/>
                <a:cs typeface="Inter"/>
                <a:sym typeface="Inter"/>
              </a:defRPr>
            </a:lvl2pPr>
            <a:lvl3pPr lvl="2">
              <a:spcBef>
                <a:spcPts val="0"/>
              </a:spcBef>
              <a:spcAft>
                <a:spcPts val="0"/>
              </a:spcAft>
              <a:buClr>
                <a:schemeClr val="lt1"/>
              </a:buClr>
              <a:buSzPts val="1000"/>
              <a:buFont typeface="Inter"/>
              <a:buChar char="■"/>
              <a:defRPr sz="1000">
                <a:latin typeface="Inter"/>
                <a:ea typeface="Inter"/>
                <a:cs typeface="Inter"/>
                <a:sym typeface="Inter"/>
              </a:defRPr>
            </a:lvl3pPr>
            <a:lvl4pPr lvl="3">
              <a:spcBef>
                <a:spcPts val="0"/>
              </a:spcBef>
              <a:spcAft>
                <a:spcPts val="0"/>
              </a:spcAft>
              <a:buClr>
                <a:schemeClr val="lt1"/>
              </a:buClr>
              <a:buSzPts val="1000"/>
              <a:buFont typeface="Inter"/>
              <a:buChar char="●"/>
              <a:defRPr sz="1000">
                <a:latin typeface="Inter"/>
                <a:ea typeface="Inter"/>
                <a:cs typeface="Inter"/>
                <a:sym typeface="Inter"/>
              </a:defRPr>
            </a:lvl4pPr>
            <a:lvl5pPr lvl="4">
              <a:spcBef>
                <a:spcPts val="0"/>
              </a:spcBef>
              <a:spcAft>
                <a:spcPts val="0"/>
              </a:spcAft>
              <a:buClr>
                <a:schemeClr val="lt1"/>
              </a:buClr>
              <a:buSzPts val="1000"/>
              <a:buFont typeface="Inter"/>
              <a:buChar char="○"/>
              <a:defRPr sz="1000">
                <a:latin typeface="Inter"/>
                <a:ea typeface="Inter"/>
                <a:cs typeface="Inter"/>
                <a:sym typeface="Inter"/>
              </a:defRPr>
            </a:lvl5pPr>
            <a:lvl6pPr lvl="5">
              <a:spcBef>
                <a:spcPts val="0"/>
              </a:spcBef>
              <a:spcAft>
                <a:spcPts val="0"/>
              </a:spcAft>
              <a:buClr>
                <a:schemeClr val="lt1"/>
              </a:buClr>
              <a:buSzPts val="1000"/>
              <a:buFont typeface="Inter"/>
              <a:buChar char="■"/>
              <a:defRPr sz="1000">
                <a:latin typeface="Inter"/>
                <a:ea typeface="Inter"/>
                <a:cs typeface="Inter"/>
                <a:sym typeface="Inter"/>
              </a:defRPr>
            </a:lvl6pPr>
            <a:lvl7pPr lvl="6">
              <a:spcBef>
                <a:spcPts val="0"/>
              </a:spcBef>
              <a:spcAft>
                <a:spcPts val="0"/>
              </a:spcAft>
              <a:buClr>
                <a:schemeClr val="lt1"/>
              </a:buClr>
              <a:buSzPts val="1000"/>
              <a:buFont typeface="Inter"/>
              <a:buChar char="●"/>
              <a:defRPr sz="1000">
                <a:latin typeface="Inter"/>
                <a:ea typeface="Inter"/>
                <a:cs typeface="Inter"/>
                <a:sym typeface="Inter"/>
              </a:defRPr>
            </a:lvl7pPr>
            <a:lvl8pPr lvl="7">
              <a:spcBef>
                <a:spcPts val="0"/>
              </a:spcBef>
              <a:spcAft>
                <a:spcPts val="0"/>
              </a:spcAft>
              <a:buClr>
                <a:schemeClr val="lt1"/>
              </a:buClr>
              <a:buSzPts val="1000"/>
              <a:buFont typeface="Inter"/>
              <a:buChar char="○"/>
              <a:defRPr sz="1000">
                <a:latin typeface="Inter"/>
                <a:ea typeface="Inter"/>
                <a:cs typeface="Inter"/>
                <a:sym typeface="Inter"/>
              </a:defRPr>
            </a:lvl8pPr>
            <a:lvl9pPr lvl="8">
              <a:spcBef>
                <a:spcPts val="0"/>
              </a:spcBef>
              <a:spcAft>
                <a:spcPts val="0"/>
              </a:spcAft>
              <a:buClr>
                <a:schemeClr val="lt1"/>
              </a:buClr>
              <a:buSzPts val="1000"/>
              <a:buFont typeface="Inter"/>
              <a:buChar char="■"/>
              <a:defRPr sz="1000">
                <a:latin typeface="Inter"/>
                <a:ea typeface="Inter"/>
                <a:cs typeface="Inter"/>
                <a:sym typeface="Inter"/>
              </a:defRPr>
            </a:lvl9pPr>
          </a:lstStyle>
          <a:p/>
        </p:txBody>
      </p:sp>
      <p:sp>
        <p:nvSpPr>
          <p:cNvPr id="197" name="Google Shape;197;p10"/>
          <p:cNvSpPr txBox="1"/>
          <p:nvPr>
            <p:ph idx="18" type="title"/>
          </p:nvPr>
        </p:nvSpPr>
        <p:spPr>
          <a:xfrm>
            <a:off x="2184150" y="4008675"/>
            <a:ext cx="1244100" cy="6093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198" name="Google Shape;198;p10"/>
          <p:cNvSpPr txBox="1"/>
          <p:nvPr>
            <p:ph idx="19" type="title"/>
          </p:nvPr>
        </p:nvSpPr>
        <p:spPr>
          <a:xfrm>
            <a:off x="522075" y="3375513"/>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199" name="Google Shape;199;p10"/>
          <p:cNvSpPr txBox="1"/>
          <p:nvPr>
            <p:ph idx="20" type="title"/>
          </p:nvPr>
        </p:nvSpPr>
        <p:spPr>
          <a:xfrm>
            <a:off x="2183175" y="8416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0" name="Google Shape;200;p10"/>
          <p:cNvSpPr txBox="1"/>
          <p:nvPr>
            <p:ph idx="21" type="title"/>
          </p:nvPr>
        </p:nvSpPr>
        <p:spPr>
          <a:xfrm>
            <a:off x="3429275" y="8416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1" name="Google Shape;201;p10"/>
          <p:cNvSpPr txBox="1"/>
          <p:nvPr>
            <p:ph idx="22" type="title"/>
          </p:nvPr>
        </p:nvSpPr>
        <p:spPr>
          <a:xfrm>
            <a:off x="522075" y="1474600"/>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2" name="Google Shape;202;p10"/>
          <p:cNvSpPr txBox="1"/>
          <p:nvPr>
            <p:ph idx="23" type="title"/>
          </p:nvPr>
        </p:nvSpPr>
        <p:spPr>
          <a:xfrm>
            <a:off x="522075" y="2108563"/>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3" name="Google Shape;203;p10"/>
          <p:cNvSpPr txBox="1"/>
          <p:nvPr>
            <p:ph idx="24" type="title"/>
          </p:nvPr>
        </p:nvSpPr>
        <p:spPr>
          <a:xfrm>
            <a:off x="522075" y="2740413"/>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4" name="Google Shape;204;p10"/>
          <p:cNvSpPr txBox="1"/>
          <p:nvPr>
            <p:ph idx="25" type="title"/>
          </p:nvPr>
        </p:nvSpPr>
        <p:spPr>
          <a:xfrm>
            <a:off x="522075" y="4005674"/>
            <a:ext cx="1661100" cy="6093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5" name="Google Shape;205;p10"/>
          <p:cNvSpPr txBox="1"/>
          <p:nvPr>
            <p:ph idx="26" type="title"/>
          </p:nvPr>
        </p:nvSpPr>
        <p:spPr>
          <a:xfrm>
            <a:off x="5731300" y="1475000"/>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06" name="Google Shape;206;p10"/>
          <p:cNvSpPr txBox="1"/>
          <p:nvPr>
            <p:ph idx="27" type="title"/>
          </p:nvPr>
        </p:nvSpPr>
        <p:spPr>
          <a:xfrm>
            <a:off x="5731300" y="2107788"/>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07" name="Google Shape;207;p10"/>
          <p:cNvSpPr txBox="1"/>
          <p:nvPr>
            <p:ph idx="28" type="title"/>
          </p:nvPr>
        </p:nvSpPr>
        <p:spPr>
          <a:xfrm>
            <a:off x="5731300" y="2741150"/>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08" name="Google Shape;208;p10"/>
          <p:cNvSpPr txBox="1"/>
          <p:nvPr>
            <p:ph idx="29" type="title"/>
          </p:nvPr>
        </p:nvSpPr>
        <p:spPr>
          <a:xfrm>
            <a:off x="5731300" y="4011450"/>
            <a:ext cx="2891400" cy="603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09" name="Google Shape;209;p10"/>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210" name="Google Shape;210;p10"/>
          <p:cNvSpPr txBox="1"/>
          <p:nvPr>
            <p:ph idx="30"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211" name="Google Shape;211;p10"/>
          <p:cNvSpPr txBox="1"/>
          <p:nvPr>
            <p:ph idx="31"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212" name="Google Shape;212;p10"/>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213" name="Google Shape;213;p10"/>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214" name="Google Shape;214;p10"/>
          <p:cNvSpPr txBox="1"/>
          <p:nvPr>
            <p:ph idx="32" type="title"/>
          </p:nvPr>
        </p:nvSpPr>
        <p:spPr>
          <a:xfrm>
            <a:off x="5731300" y="3374175"/>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15" name="Google Shape;215;p10"/>
          <p:cNvSpPr txBox="1"/>
          <p:nvPr>
            <p:ph idx="33"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 - ALT 1">
  <p:cSld name="BLANK_1_1_1_1_1_1_1_1_1_1">
    <p:bg>
      <p:bgPr>
        <a:solidFill>
          <a:schemeClr val="lt2"/>
        </a:solidFill>
      </p:bgPr>
    </p:bg>
    <p:spTree>
      <p:nvGrpSpPr>
        <p:cNvPr id="216" name="Shape 216"/>
        <p:cNvGrpSpPr/>
        <p:nvPr/>
      </p:nvGrpSpPr>
      <p:grpSpPr>
        <a:xfrm>
          <a:off x="0" y="0"/>
          <a:ext cx="0" cy="0"/>
          <a:chOff x="0" y="0"/>
          <a:chExt cx="0" cy="0"/>
        </a:xfrm>
      </p:grpSpPr>
      <p:sp>
        <p:nvSpPr>
          <p:cNvPr id="217" name="Google Shape;217;p11"/>
          <p:cNvSpPr txBox="1"/>
          <p:nvPr>
            <p:ph type="title"/>
          </p:nvPr>
        </p:nvSpPr>
        <p:spPr>
          <a:xfrm>
            <a:off x="521250" y="841675"/>
            <a:ext cx="1923300" cy="3842100"/>
          </a:xfrm>
          <a:prstGeom prst="rect">
            <a:avLst/>
          </a:prstGeom>
        </p:spPr>
        <p:txBody>
          <a:bodyPr anchorCtr="0" anchor="t" bIns="91425" lIns="274300" spcFirstLastPara="1" rIns="182875" wrap="square" tIns="182875">
            <a:norm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18" name="Google Shape;218;p11"/>
          <p:cNvSpPr txBox="1"/>
          <p:nvPr>
            <p:ph idx="2" type="title"/>
          </p:nvPr>
        </p:nvSpPr>
        <p:spPr>
          <a:xfrm>
            <a:off x="2445150" y="841675"/>
            <a:ext cx="2233200" cy="569700"/>
          </a:xfrm>
          <a:prstGeom prst="rect">
            <a:avLst/>
          </a:prstGeom>
        </p:spPr>
        <p:txBody>
          <a:bodyPr anchorCtr="0" anchor="ctr" bIns="0" lIns="91425" spcFirstLastPara="1" rIns="91425" wrap="square" tIns="0">
            <a:norm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19" name="Google Shape;219;p11"/>
          <p:cNvSpPr txBox="1"/>
          <p:nvPr>
            <p:ph idx="3" type="title"/>
          </p:nvPr>
        </p:nvSpPr>
        <p:spPr>
          <a:xfrm>
            <a:off x="4678600" y="841675"/>
            <a:ext cx="2233200" cy="569700"/>
          </a:xfrm>
          <a:prstGeom prst="rect">
            <a:avLst/>
          </a:prstGeom>
        </p:spPr>
        <p:txBody>
          <a:bodyPr anchorCtr="0" anchor="ctr" bIns="0" lIns="91425" spcFirstLastPara="1" rIns="91425" wrap="square" tIns="0">
            <a:norm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20" name="Google Shape;220;p11"/>
          <p:cNvSpPr txBox="1"/>
          <p:nvPr>
            <p:ph idx="4" type="title"/>
          </p:nvPr>
        </p:nvSpPr>
        <p:spPr>
          <a:xfrm>
            <a:off x="6912050" y="841675"/>
            <a:ext cx="2233200" cy="569700"/>
          </a:xfrm>
          <a:prstGeom prst="rect">
            <a:avLst/>
          </a:prstGeom>
        </p:spPr>
        <p:txBody>
          <a:bodyPr anchorCtr="0" anchor="ctr" bIns="0" lIns="91425" spcFirstLastPara="1" rIns="91425" wrap="square" tIns="0">
            <a:norm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21" name="Google Shape;221;p11"/>
          <p:cNvSpPr txBox="1"/>
          <p:nvPr>
            <p:ph idx="1" type="body"/>
          </p:nvPr>
        </p:nvSpPr>
        <p:spPr>
          <a:xfrm>
            <a:off x="2444900" y="1411425"/>
            <a:ext cx="2233200" cy="1091400"/>
          </a:xfrm>
          <a:prstGeom prst="rect">
            <a:avLst/>
          </a:prstGeom>
        </p:spPr>
        <p:txBody>
          <a:bodyPr anchorCtr="0" anchor="t" bIns="91425" lIns="182875" spcFirstLastPara="1" rIns="91425"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22" name="Google Shape;222;p11"/>
          <p:cNvSpPr txBox="1"/>
          <p:nvPr>
            <p:ph idx="5" type="body"/>
          </p:nvPr>
        </p:nvSpPr>
        <p:spPr>
          <a:xfrm>
            <a:off x="6913250" y="1411425"/>
            <a:ext cx="2233200" cy="1091400"/>
          </a:xfrm>
          <a:prstGeom prst="rect">
            <a:avLst/>
          </a:prstGeom>
        </p:spPr>
        <p:txBody>
          <a:bodyPr anchorCtr="0" anchor="t" bIns="91425" lIns="182875" spcFirstLastPara="1" rIns="91425"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23" name="Google Shape;223;p11"/>
          <p:cNvSpPr txBox="1"/>
          <p:nvPr>
            <p:ph idx="6" type="title"/>
          </p:nvPr>
        </p:nvSpPr>
        <p:spPr>
          <a:xfrm>
            <a:off x="7583463" y="43484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24" name="Google Shape;224;p11"/>
          <p:cNvSpPr txBox="1"/>
          <p:nvPr>
            <p:ph idx="7" type="subTitle"/>
          </p:nvPr>
        </p:nvSpPr>
        <p:spPr>
          <a:xfrm>
            <a:off x="6912288" y="26788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25" name="Google Shape;225;p11"/>
          <p:cNvSpPr txBox="1"/>
          <p:nvPr>
            <p:ph idx="8" type="subTitle"/>
          </p:nvPr>
        </p:nvSpPr>
        <p:spPr>
          <a:xfrm>
            <a:off x="6912288" y="33483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26" name="Google Shape;226;p11"/>
          <p:cNvSpPr txBox="1"/>
          <p:nvPr>
            <p:ph idx="9" type="subTitle"/>
          </p:nvPr>
        </p:nvSpPr>
        <p:spPr>
          <a:xfrm>
            <a:off x="6912288" y="401602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27" name="Google Shape;227;p11"/>
          <p:cNvSpPr txBox="1"/>
          <p:nvPr>
            <p:ph idx="13" type="title"/>
          </p:nvPr>
        </p:nvSpPr>
        <p:spPr>
          <a:xfrm>
            <a:off x="7583463" y="3680400"/>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28" name="Google Shape;228;p11"/>
          <p:cNvSpPr txBox="1"/>
          <p:nvPr>
            <p:ph idx="14" type="title"/>
          </p:nvPr>
        </p:nvSpPr>
        <p:spPr>
          <a:xfrm>
            <a:off x="7583463" y="30122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29" name="Google Shape;229;p11"/>
          <p:cNvSpPr txBox="1"/>
          <p:nvPr>
            <p:ph idx="15" type="title"/>
          </p:nvPr>
        </p:nvSpPr>
        <p:spPr>
          <a:xfrm>
            <a:off x="8535075" y="26771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30" name="Google Shape;230;p11"/>
          <p:cNvSpPr txBox="1"/>
          <p:nvPr>
            <p:ph idx="16" type="title"/>
          </p:nvPr>
        </p:nvSpPr>
        <p:spPr>
          <a:xfrm>
            <a:off x="8535075" y="3348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31" name="Google Shape;231;p11"/>
          <p:cNvSpPr txBox="1"/>
          <p:nvPr>
            <p:ph idx="17" type="title"/>
          </p:nvPr>
        </p:nvSpPr>
        <p:spPr>
          <a:xfrm>
            <a:off x="8535075" y="4013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32" name="Google Shape;232;p11"/>
          <p:cNvSpPr txBox="1"/>
          <p:nvPr>
            <p:ph idx="18" type="title"/>
          </p:nvPr>
        </p:nvSpPr>
        <p:spPr>
          <a:xfrm>
            <a:off x="5349963" y="43484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33" name="Google Shape;233;p11"/>
          <p:cNvSpPr txBox="1"/>
          <p:nvPr>
            <p:ph idx="19" type="subTitle"/>
          </p:nvPr>
        </p:nvSpPr>
        <p:spPr>
          <a:xfrm>
            <a:off x="4678788" y="26788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34" name="Google Shape;234;p11"/>
          <p:cNvSpPr txBox="1"/>
          <p:nvPr>
            <p:ph idx="20" type="subTitle"/>
          </p:nvPr>
        </p:nvSpPr>
        <p:spPr>
          <a:xfrm>
            <a:off x="4678788" y="33483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35" name="Google Shape;235;p11"/>
          <p:cNvSpPr txBox="1"/>
          <p:nvPr>
            <p:ph idx="21" type="subTitle"/>
          </p:nvPr>
        </p:nvSpPr>
        <p:spPr>
          <a:xfrm>
            <a:off x="4678788" y="401602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36" name="Google Shape;236;p11"/>
          <p:cNvSpPr txBox="1"/>
          <p:nvPr>
            <p:ph idx="22" type="title"/>
          </p:nvPr>
        </p:nvSpPr>
        <p:spPr>
          <a:xfrm>
            <a:off x="5349963" y="3680400"/>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37" name="Google Shape;237;p11"/>
          <p:cNvSpPr txBox="1"/>
          <p:nvPr>
            <p:ph idx="23" type="title"/>
          </p:nvPr>
        </p:nvSpPr>
        <p:spPr>
          <a:xfrm>
            <a:off x="5349963" y="30122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38" name="Google Shape;238;p11"/>
          <p:cNvSpPr txBox="1"/>
          <p:nvPr>
            <p:ph idx="24" type="title"/>
          </p:nvPr>
        </p:nvSpPr>
        <p:spPr>
          <a:xfrm>
            <a:off x="3112275" y="43484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239" name="Google Shape;239;p11"/>
          <p:cNvSpPr txBox="1"/>
          <p:nvPr>
            <p:ph idx="25" type="subTitle"/>
          </p:nvPr>
        </p:nvSpPr>
        <p:spPr>
          <a:xfrm>
            <a:off x="2441100" y="26788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40" name="Google Shape;240;p11"/>
          <p:cNvSpPr txBox="1"/>
          <p:nvPr>
            <p:ph idx="26" type="subTitle"/>
          </p:nvPr>
        </p:nvSpPr>
        <p:spPr>
          <a:xfrm>
            <a:off x="2441100" y="33483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41" name="Google Shape;241;p11"/>
          <p:cNvSpPr txBox="1"/>
          <p:nvPr>
            <p:ph idx="27" type="subTitle"/>
          </p:nvPr>
        </p:nvSpPr>
        <p:spPr>
          <a:xfrm>
            <a:off x="2441100" y="401602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42" name="Google Shape;242;p11"/>
          <p:cNvSpPr txBox="1"/>
          <p:nvPr>
            <p:ph idx="28" type="title"/>
          </p:nvPr>
        </p:nvSpPr>
        <p:spPr>
          <a:xfrm>
            <a:off x="3112275" y="3680400"/>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243" name="Google Shape;243;p11"/>
          <p:cNvSpPr txBox="1"/>
          <p:nvPr/>
        </p:nvSpPr>
        <p:spPr>
          <a:xfrm>
            <a:off x="5762125" y="3346325"/>
            <a:ext cx="611100" cy="335100"/>
          </a:xfrm>
          <a:prstGeom prst="rect">
            <a:avLst/>
          </a:prstGeom>
          <a:noFill/>
          <a:ln>
            <a:noFill/>
          </a:ln>
        </p:spPr>
        <p:txBody>
          <a:bodyPr anchorCtr="0" anchor="ctr" bIns="91425" lIns="91425" spcFirstLastPara="1" rIns="182875" wrap="square" tIns="91425">
            <a:noAutofit/>
          </a:bodyPr>
          <a:lstStyle/>
          <a:p>
            <a:pPr indent="0" lvl="0" marL="0" marR="0" rtl="0" algn="r">
              <a:lnSpc>
                <a:spcPct val="100000"/>
              </a:lnSpc>
              <a:spcBef>
                <a:spcPts val="0"/>
              </a:spcBef>
              <a:spcAft>
                <a:spcPts val="0"/>
              </a:spcAft>
              <a:buClr>
                <a:srgbClr val="000000"/>
              </a:buClr>
              <a:buSzPts val="1000"/>
              <a:buFont typeface="Arial"/>
              <a:buNone/>
            </a:pPr>
            <a:r>
              <a:rPr lang="en" sz="1000">
                <a:solidFill>
                  <a:schemeClr val="lt2"/>
                </a:solidFill>
                <a:latin typeface="Inter Medium"/>
                <a:ea typeface="Inter Medium"/>
                <a:cs typeface="Inter Medium"/>
                <a:sym typeface="Inter Medium"/>
              </a:rPr>
              <a:t>00%</a:t>
            </a:r>
            <a:endParaRPr sz="1000">
              <a:solidFill>
                <a:schemeClr val="lt2"/>
              </a:solidFill>
              <a:latin typeface="Inter Medium"/>
              <a:ea typeface="Inter Medium"/>
              <a:cs typeface="Inter Medium"/>
              <a:sym typeface="Inter Medium"/>
            </a:endParaRPr>
          </a:p>
        </p:txBody>
      </p:sp>
      <p:sp>
        <p:nvSpPr>
          <p:cNvPr id="244" name="Google Shape;244;p11"/>
          <p:cNvSpPr txBox="1"/>
          <p:nvPr>
            <p:ph idx="2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245" name="Google Shape;245;p11"/>
          <p:cNvSpPr txBox="1"/>
          <p:nvPr>
            <p:ph idx="30"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246" name="Google Shape;246;p11"/>
          <p:cNvSpPr txBox="1"/>
          <p:nvPr>
            <p:ph idx="31"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247" name="Google Shape;247;p1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248" name="Google Shape;248;p1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249" name="Google Shape;249;p11"/>
          <p:cNvSpPr txBox="1"/>
          <p:nvPr>
            <p:ph idx="32" type="title"/>
          </p:nvPr>
        </p:nvSpPr>
        <p:spPr>
          <a:xfrm flipH="1">
            <a:off x="524150" y="334900"/>
            <a:ext cx="62487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250" name="Google Shape;250;p11"/>
          <p:cNvSpPr txBox="1"/>
          <p:nvPr>
            <p:ph idx="33" type="title"/>
          </p:nvPr>
        </p:nvSpPr>
        <p:spPr>
          <a:xfrm>
            <a:off x="3112275" y="30122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251" name="Google Shape;251;p11"/>
          <p:cNvSpPr txBox="1"/>
          <p:nvPr>
            <p:ph idx="34" type="title"/>
          </p:nvPr>
        </p:nvSpPr>
        <p:spPr>
          <a:xfrm>
            <a:off x="4067600" y="26771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52" name="Google Shape;252;p11"/>
          <p:cNvSpPr txBox="1"/>
          <p:nvPr>
            <p:ph idx="35" type="title"/>
          </p:nvPr>
        </p:nvSpPr>
        <p:spPr>
          <a:xfrm>
            <a:off x="4067600" y="3348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53" name="Google Shape;253;p11"/>
          <p:cNvSpPr txBox="1"/>
          <p:nvPr>
            <p:ph idx="36" type="title"/>
          </p:nvPr>
        </p:nvSpPr>
        <p:spPr>
          <a:xfrm>
            <a:off x="4067600" y="4013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54" name="Google Shape;254;p11"/>
          <p:cNvSpPr txBox="1"/>
          <p:nvPr>
            <p:ph idx="37" type="title"/>
          </p:nvPr>
        </p:nvSpPr>
        <p:spPr>
          <a:xfrm>
            <a:off x="6301575" y="26771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55" name="Google Shape;255;p11"/>
          <p:cNvSpPr txBox="1"/>
          <p:nvPr>
            <p:ph idx="38" type="title"/>
          </p:nvPr>
        </p:nvSpPr>
        <p:spPr>
          <a:xfrm>
            <a:off x="6301575" y="3348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56" name="Google Shape;256;p11"/>
          <p:cNvSpPr txBox="1"/>
          <p:nvPr>
            <p:ph idx="39" type="title"/>
          </p:nvPr>
        </p:nvSpPr>
        <p:spPr>
          <a:xfrm>
            <a:off x="6301575" y="4013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status">
  <p:cSld name="BLANK_1_1_1_1_1_1_1_2_2">
    <p:bg>
      <p:bgPr>
        <a:solidFill>
          <a:schemeClr val="dk2"/>
        </a:solidFill>
      </p:bgPr>
    </p:bg>
    <p:spTree>
      <p:nvGrpSpPr>
        <p:cNvPr id="257" name="Shape 257"/>
        <p:cNvGrpSpPr/>
        <p:nvPr/>
      </p:nvGrpSpPr>
      <p:grpSpPr>
        <a:xfrm>
          <a:off x="0" y="0"/>
          <a:ext cx="0" cy="0"/>
          <a:chOff x="0" y="0"/>
          <a:chExt cx="0" cy="0"/>
        </a:xfrm>
      </p:grpSpPr>
      <p:sp>
        <p:nvSpPr>
          <p:cNvPr id="258" name="Google Shape;258;p1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259" name="Google Shape;259;p12"/>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260" name="Google Shape;260;p12"/>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261" name="Google Shape;261;p12"/>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262" name="Google Shape;262;p12"/>
          <p:cNvSpPr txBox="1"/>
          <p:nvPr>
            <p:ph idx="2" type="subTitle"/>
          </p:nvPr>
        </p:nvSpPr>
        <p:spPr>
          <a:xfrm>
            <a:off x="10421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263" name="Google Shape;263;p12"/>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264" name="Google Shape;264;p12"/>
          <p:cNvSpPr txBox="1"/>
          <p:nvPr>
            <p:ph idx="4" type="subTitle"/>
          </p:nvPr>
        </p:nvSpPr>
        <p:spPr>
          <a:xfrm>
            <a:off x="1303550" y="1309275"/>
            <a:ext cx="2607000" cy="417000"/>
          </a:xfrm>
          <a:prstGeom prst="rect">
            <a:avLst/>
          </a:prstGeom>
        </p:spPr>
        <p:txBody>
          <a:bodyPr anchorCtr="0" anchor="t" bIns="91425" lIns="0" spcFirstLastPara="1" rIns="457200" wrap="square" tIns="91425">
            <a:spAutoFit/>
          </a:bodyPr>
          <a:lstStyle>
            <a:lvl1pPr lvl="0">
              <a:spcBef>
                <a:spcPts val="0"/>
              </a:spcBef>
              <a:spcAft>
                <a:spcPts val="0"/>
              </a:spcAft>
              <a:buClr>
                <a:schemeClr val="accent3"/>
              </a:buClr>
              <a:buSzPts val="1500"/>
              <a:buNone/>
              <a:defRPr sz="1500">
                <a:solidFill>
                  <a:schemeClr val="accent3"/>
                </a:solidFill>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65" name="Google Shape;265;p12"/>
          <p:cNvSpPr txBox="1"/>
          <p:nvPr>
            <p:ph idx="5" type="subTitle"/>
          </p:nvPr>
        </p:nvSpPr>
        <p:spPr>
          <a:xfrm>
            <a:off x="5223450" y="1309275"/>
            <a:ext cx="2607000" cy="417000"/>
          </a:xfrm>
          <a:prstGeom prst="rect">
            <a:avLst/>
          </a:prstGeom>
        </p:spPr>
        <p:txBody>
          <a:bodyPr anchorCtr="0" anchor="t" bIns="91425" lIns="0" spcFirstLastPara="1" rIns="457200" wrap="square" tIns="91425">
            <a:spAutoFit/>
          </a:bodyPr>
          <a:lstStyle>
            <a:lvl1pPr lvl="0">
              <a:spcBef>
                <a:spcPts val="0"/>
              </a:spcBef>
              <a:spcAft>
                <a:spcPts val="0"/>
              </a:spcAft>
              <a:buClr>
                <a:schemeClr val="accent3"/>
              </a:buClr>
              <a:buSzPts val="1500"/>
              <a:buNone/>
              <a:defRPr sz="1500">
                <a:solidFill>
                  <a:schemeClr val="accent3"/>
                </a:solidFill>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66" name="Google Shape;266;p12"/>
          <p:cNvSpPr txBox="1"/>
          <p:nvPr>
            <p:ph idx="6" type="subTitle"/>
          </p:nvPr>
        </p:nvSpPr>
        <p:spPr>
          <a:xfrm>
            <a:off x="1285875" y="3355600"/>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67" name="Google Shape;267;p12"/>
          <p:cNvSpPr txBox="1"/>
          <p:nvPr>
            <p:ph idx="7"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268" name="Google Shape;268;p12"/>
          <p:cNvSpPr txBox="1"/>
          <p:nvPr>
            <p:ph idx="8" type="subTitle"/>
          </p:nvPr>
        </p:nvSpPr>
        <p:spPr>
          <a:xfrm>
            <a:off x="1285875" y="3690238"/>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69" name="Google Shape;269;p12"/>
          <p:cNvSpPr txBox="1"/>
          <p:nvPr>
            <p:ph idx="9" type="subTitle"/>
          </p:nvPr>
        </p:nvSpPr>
        <p:spPr>
          <a:xfrm>
            <a:off x="1285875" y="4029388"/>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70" name="Google Shape;270;p12"/>
          <p:cNvSpPr txBox="1"/>
          <p:nvPr>
            <p:ph idx="13" type="subTitle"/>
          </p:nvPr>
        </p:nvSpPr>
        <p:spPr>
          <a:xfrm>
            <a:off x="1285875" y="4368550"/>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71" name="Google Shape;271;p12"/>
          <p:cNvSpPr txBox="1"/>
          <p:nvPr>
            <p:ph idx="14" type="subTitle"/>
          </p:nvPr>
        </p:nvSpPr>
        <p:spPr>
          <a:xfrm>
            <a:off x="3415750" y="335357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2" name="Google Shape;272;p12"/>
          <p:cNvSpPr txBox="1"/>
          <p:nvPr>
            <p:ph idx="15" type="subTitle"/>
          </p:nvPr>
        </p:nvSpPr>
        <p:spPr>
          <a:xfrm>
            <a:off x="3415750" y="368821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3" name="Google Shape;273;p12"/>
          <p:cNvSpPr txBox="1"/>
          <p:nvPr>
            <p:ph idx="16" type="subTitle"/>
          </p:nvPr>
        </p:nvSpPr>
        <p:spPr>
          <a:xfrm>
            <a:off x="3415750" y="402736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4" name="Google Shape;274;p12"/>
          <p:cNvSpPr txBox="1"/>
          <p:nvPr>
            <p:ph idx="17" type="subTitle"/>
          </p:nvPr>
        </p:nvSpPr>
        <p:spPr>
          <a:xfrm>
            <a:off x="3415750" y="436652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5" name="Google Shape;275;p12"/>
          <p:cNvSpPr txBox="1"/>
          <p:nvPr>
            <p:ph idx="18" type="subTitle"/>
          </p:nvPr>
        </p:nvSpPr>
        <p:spPr>
          <a:xfrm>
            <a:off x="7383000" y="335357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6" name="Google Shape;276;p12"/>
          <p:cNvSpPr txBox="1"/>
          <p:nvPr>
            <p:ph idx="19" type="subTitle"/>
          </p:nvPr>
        </p:nvSpPr>
        <p:spPr>
          <a:xfrm>
            <a:off x="7383000" y="368821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7" name="Google Shape;277;p12"/>
          <p:cNvSpPr txBox="1"/>
          <p:nvPr>
            <p:ph idx="20" type="subTitle"/>
          </p:nvPr>
        </p:nvSpPr>
        <p:spPr>
          <a:xfrm>
            <a:off x="7383000" y="402736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8" name="Google Shape;278;p12"/>
          <p:cNvSpPr txBox="1"/>
          <p:nvPr>
            <p:ph idx="21" type="subTitle"/>
          </p:nvPr>
        </p:nvSpPr>
        <p:spPr>
          <a:xfrm>
            <a:off x="7383000" y="436652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9" name="Google Shape;279;p12"/>
          <p:cNvSpPr txBox="1"/>
          <p:nvPr>
            <p:ph idx="22" type="subTitle"/>
          </p:nvPr>
        </p:nvSpPr>
        <p:spPr>
          <a:xfrm>
            <a:off x="5223450" y="3353575"/>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80" name="Google Shape;280;p12"/>
          <p:cNvSpPr txBox="1"/>
          <p:nvPr>
            <p:ph idx="23" type="subTitle"/>
          </p:nvPr>
        </p:nvSpPr>
        <p:spPr>
          <a:xfrm>
            <a:off x="5223450" y="3688213"/>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81" name="Google Shape;281;p12"/>
          <p:cNvSpPr txBox="1"/>
          <p:nvPr>
            <p:ph idx="24" type="subTitle"/>
          </p:nvPr>
        </p:nvSpPr>
        <p:spPr>
          <a:xfrm>
            <a:off x="5223450" y="4027363"/>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82" name="Google Shape;282;p12"/>
          <p:cNvSpPr txBox="1"/>
          <p:nvPr>
            <p:ph idx="25" type="subTitle"/>
          </p:nvPr>
        </p:nvSpPr>
        <p:spPr>
          <a:xfrm>
            <a:off x="5223450" y="4366525"/>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83" name="Google Shape;283;p12"/>
          <p:cNvSpPr txBox="1"/>
          <p:nvPr>
            <p:ph idx="26" type="body"/>
          </p:nvPr>
        </p:nvSpPr>
        <p:spPr>
          <a:xfrm>
            <a:off x="1285875" y="1826513"/>
            <a:ext cx="3289800" cy="953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800"/>
              </a:spcBef>
              <a:spcAft>
                <a:spcPts val="0"/>
              </a:spcAft>
              <a:buClr>
                <a:schemeClr val="dk1"/>
              </a:buClr>
              <a:buSzPts val="1000"/>
              <a:buChar char="○"/>
              <a:defRPr sz="1000">
                <a:solidFill>
                  <a:schemeClr val="dk1"/>
                </a:solidFill>
              </a:defRPr>
            </a:lvl2pPr>
            <a:lvl3pPr indent="-292100" lvl="2" marL="1371600">
              <a:spcBef>
                <a:spcPts val="800"/>
              </a:spcBef>
              <a:spcAft>
                <a:spcPts val="0"/>
              </a:spcAft>
              <a:buClr>
                <a:schemeClr val="dk1"/>
              </a:buClr>
              <a:buSzPts val="1000"/>
              <a:buChar char="■"/>
              <a:defRPr sz="1000">
                <a:solidFill>
                  <a:schemeClr val="dk1"/>
                </a:solidFill>
              </a:defRPr>
            </a:lvl3pPr>
            <a:lvl4pPr indent="-292100" lvl="3" marL="1828800">
              <a:spcBef>
                <a:spcPts val="800"/>
              </a:spcBef>
              <a:spcAft>
                <a:spcPts val="0"/>
              </a:spcAft>
              <a:buClr>
                <a:schemeClr val="dk1"/>
              </a:buClr>
              <a:buSzPts val="1000"/>
              <a:buChar char="●"/>
              <a:defRPr sz="1000">
                <a:solidFill>
                  <a:schemeClr val="dk1"/>
                </a:solidFill>
              </a:defRPr>
            </a:lvl4pPr>
            <a:lvl5pPr indent="-292100" lvl="4" marL="2286000">
              <a:spcBef>
                <a:spcPts val="800"/>
              </a:spcBef>
              <a:spcAft>
                <a:spcPts val="0"/>
              </a:spcAft>
              <a:buClr>
                <a:schemeClr val="dk1"/>
              </a:buClr>
              <a:buSzPts val="1000"/>
              <a:buChar char="○"/>
              <a:defRPr sz="1000">
                <a:solidFill>
                  <a:schemeClr val="dk1"/>
                </a:solidFill>
              </a:defRPr>
            </a:lvl5pPr>
            <a:lvl6pPr indent="-292100" lvl="5" marL="2743200">
              <a:spcBef>
                <a:spcPts val="800"/>
              </a:spcBef>
              <a:spcAft>
                <a:spcPts val="0"/>
              </a:spcAft>
              <a:buClr>
                <a:schemeClr val="dk1"/>
              </a:buClr>
              <a:buSzPts val="1000"/>
              <a:buChar char="■"/>
              <a:defRPr sz="1000">
                <a:solidFill>
                  <a:schemeClr val="dk1"/>
                </a:solidFill>
              </a:defRPr>
            </a:lvl6pPr>
            <a:lvl7pPr indent="-292100" lvl="6" marL="3200400">
              <a:spcBef>
                <a:spcPts val="800"/>
              </a:spcBef>
              <a:spcAft>
                <a:spcPts val="0"/>
              </a:spcAft>
              <a:buClr>
                <a:schemeClr val="dk1"/>
              </a:buClr>
              <a:buSzPts val="1000"/>
              <a:buChar char="●"/>
              <a:defRPr sz="1000">
                <a:solidFill>
                  <a:schemeClr val="dk1"/>
                </a:solidFill>
              </a:defRPr>
            </a:lvl7pPr>
            <a:lvl8pPr indent="-292100" lvl="7" marL="3657600">
              <a:spcBef>
                <a:spcPts val="800"/>
              </a:spcBef>
              <a:spcAft>
                <a:spcPts val="0"/>
              </a:spcAft>
              <a:buClr>
                <a:schemeClr val="dk1"/>
              </a:buClr>
              <a:buSzPts val="1000"/>
              <a:buChar char="○"/>
              <a:defRPr sz="1000">
                <a:solidFill>
                  <a:schemeClr val="dk1"/>
                </a:solidFill>
              </a:defRPr>
            </a:lvl8pPr>
            <a:lvl9pPr indent="-292100" lvl="8" marL="4114800">
              <a:spcBef>
                <a:spcPts val="800"/>
              </a:spcBef>
              <a:spcAft>
                <a:spcPts val="800"/>
              </a:spcAft>
              <a:buClr>
                <a:schemeClr val="dk1"/>
              </a:buClr>
              <a:buSzPts val="1000"/>
              <a:buChar char="■"/>
              <a:defRPr sz="1000">
                <a:solidFill>
                  <a:schemeClr val="dk1"/>
                </a:solidFill>
              </a:defRPr>
            </a:lvl9pPr>
          </a:lstStyle>
          <a:p/>
        </p:txBody>
      </p:sp>
      <p:sp>
        <p:nvSpPr>
          <p:cNvPr id="284" name="Google Shape;284;p12"/>
          <p:cNvSpPr txBox="1"/>
          <p:nvPr>
            <p:ph idx="27" type="body"/>
          </p:nvPr>
        </p:nvSpPr>
        <p:spPr>
          <a:xfrm>
            <a:off x="5223450" y="1826513"/>
            <a:ext cx="3289800" cy="953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800"/>
              </a:spcBef>
              <a:spcAft>
                <a:spcPts val="0"/>
              </a:spcAft>
              <a:buClr>
                <a:schemeClr val="dk1"/>
              </a:buClr>
              <a:buSzPts val="1000"/>
              <a:buChar char="○"/>
              <a:defRPr sz="1000">
                <a:solidFill>
                  <a:schemeClr val="dk1"/>
                </a:solidFill>
              </a:defRPr>
            </a:lvl2pPr>
            <a:lvl3pPr indent="-292100" lvl="2" marL="1371600">
              <a:spcBef>
                <a:spcPts val="800"/>
              </a:spcBef>
              <a:spcAft>
                <a:spcPts val="0"/>
              </a:spcAft>
              <a:buClr>
                <a:schemeClr val="dk1"/>
              </a:buClr>
              <a:buSzPts val="1000"/>
              <a:buChar char="■"/>
              <a:defRPr sz="1000">
                <a:solidFill>
                  <a:schemeClr val="dk1"/>
                </a:solidFill>
              </a:defRPr>
            </a:lvl3pPr>
            <a:lvl4pPr indent="-292100" lvl="3" marL="1828800">
              <a:spcBef>
                <a:spcPts val="800"/>
              </a:spcBef>
              <a:spcAft>
                <a:spcPts val="0"/>
              </a:spcAft>
              <a:buClr>
                <a:schemeClr val="dk1"/>
              </a:buClr>
              <a:buSzPts val="1000"/>
              <a:buChar char="●"/>
              <a:defRPr sz="1000">
                <a:solidFill>
                  <a:schemeClr val="dk1"/>
                </a:solidFill>
              </a:defRPr>
            </a:lvl4pPr>
            <a:lvl5pPr indent="-292100" lvl="4" marL="2286000">
              <a:spcBef>
                <a:spcPts val="800"/>
              </a:spcBef>
              <a:spcAft>
                <a:spcPts val="0"/>
              </a:spcAft>
              <a:buClr>
                <a:schemeClr val="dk1"/>
              </a:buClr>
              <a:buSzPts val="1000"/>
              <a:buChar char="○"/>
              <a:defRPr sz="1000">
                <a:solidFill>
                  <a:schemeClr val="dk1"/>
                </a:solidFill>
              </a:defRPr>
            </a:lvl5pPr>
            <a:lvl6pPr indent="-292100" lvl="5" marL="2743200">
              <a:spcBef>
                <a:spcPts val="800"/>
              </a:spcBef>
              <a:spcAft>
                <a:spcPts val="0"/>
              </a:spcAft>
              <a:buClr>
                <a:schemeClr val="dk1"/>
              </a:buClr>
              <a:buSzPts val="1000"/>
              <a:buChar char="■"/>
              <a:defRPr sz="1000">
                <a:solidFill>
                  <a:schemeClr val="dk1"/>
                </a:solidFill>
              </a:defRPr>
            </a:lvl6pPr>
            <a:lvl7pPr indent="-292100" lvl="6" marL="3200400">
              <a:spcBef>
                <a:spcPts val="800"/>
              </a:spcBef>
              <a:spcAft>
                <a:spcPts val="0"/>
              </a:spcAft>
              <a:buClr>
                <a:schemeClr val="dk1"/>
              </a:buClr>
              <a:buSzPts val="1000"/>
              <a:buChar char="●"/>
              <a:defRPr sz="1000">
                <a:solidFill>
                  <a:schemeClr val="dk1"/>
                </a:solidFill>
              </a:defRPr>
            </a:lvl7pPr>
            <a:lvl8pPr indent="-292100" lvl="7" marL="3657600">
              <a:spcBef>
                <a:spcPts val="800"/>
              </a:spcBef>
              <a:spcAft>
                <a:spcPts val="0"/>
              </a:spcAft>
              <a:buClr>
                <a:schemeClr val="dk1"/>
              </a:buClr>
              <a:buSzPts val="1000"/>
              <a:buChar char="○"/>
              <a:defRPr sz="1000">
                <a:solidFill>
                  <a:schemeClr val="dk1"/>
                </a:solidFill>
              </a:defRPr>
            </a:lvl8pPr>
            <a:lvl9pPr indent="-292100" lvl="8" marL="4114800">
              <a:spcBef>
                <a:spcPts val="800"/>
              </a:spcBef>
              <a:spcAft>
                <a:spcPts val="800"/>
              </a:spcAft>
              <a:buClr>
                <a:schemeClr val="dk1"/>
              </a:buClr>
              <a:buSzPts val="1000"/>
              <a:buChar char="■"/>
              <a:defRPr sz="1000">
                <a:solidFill>
                  <a:schemeClr val="dk1"/>
                </a:solidFill>
              </a:defRPr>
            </a:lvl9pPr>
          </a:lstStyle>
          <a:p/>
        </p:txBody>
      </p:sp>
    </p:spTree>
  </p:cSld>
  <p:clrMapOvr>
    <a:masterClrMapping/>
  </p:clrMapOvr>
  <p:extLst>
    <p:ext uri="{DCECCB84-F9BA-43D5-87BE-67443E8EF086}">
      <p15:sldGuideLst>
        <p15:guide id="1" pos="821">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deadline">
  <p:cSld name="BLANK_1_1_1_1_1_1_1_2">
    <p:bg>
      <p:bgPr>
        <a:solidFill>
          <a:schemeClr val="lt2"/>
        </a:solidFill>
      </p:bgPr>
    </p:bg>
    <p:spTree>
      <p:nvGrpSpPr>
        <p:cNvPr id="285" name="Shape 285"/>
        <p:cNvGrpSpPr/>
        <p:nvPr/>
      </p:nvGrpSpPr>
      <p:grpSpPr>
        <a:xfrm>
          <a:off x="0" y="0"/>
          <a:ext cx="0" cy="0"/>
          <a:chOff x="0" y="0"/>
          <a:chExt cx="0" cy="0"/>
        </a:xfrm>
      </p:grpSpPr>
      <p:sp>
        <p:nvSpPr>
          <p:cNvPr id="286" name="Google Shape;286;p13"/>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287" name="Google Shape;287;p13"/>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cxnSp>
        <p:nvCxnSpPr>
          <p:cNvPr id="288" name="Google Shape;288;p1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289" name="Google Shape;289;p1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290" name="Google Shape;290;p13"/>
          <p:cNvSpPr txBox="1"/>
          <p:nvPr>
            <p:ph idx="2" type="subTitle"/>
          </p:nvPr>
        </p:nvSpPr>
        <p:spPr>
          <a:xfrm>
            <a:off x="10421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291" name="Google Shape;291;p13"/>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SzPts val="800"/>
              <a:buFont typeface="Inter"/>
              <a:buNone/>
              <a:defRPr sz="800"/>
            </a:lvl1pPr>
            <a:lvl2pPr lvl="1" algn="r">
              <a:spcBef>
                <a:spcPts val="0"/>
              </a:spcBef>
              <a:spcAft>
                <a:spcPts val="0"/>
              </a:spcAft>
              <a:buSzPts val="800"/>
              <a:buFont typeface="Inter"/>
              <a:buNone/>
              <a:defRPr sz="800"/>
            </a:lvl2pPr>
            <a:lvl3pPr lvl="2" algn="r">
              <a:spcBef>
                <a:spcPts val="0"/>
              </a:spcBef>
              <a:spcAft>
                <a:spcPts val="0"/>
              </a:spcAft>
              <a:buSzPts val="800"/>
              <a:buFont typeface="Inter"/>
              <a:buNone/>
              <a:defRPr sz="800"/>
            </a:lvl3pPr>
            <a:lvl4pPr lvl="3" algn="r">
              <a:spcBef>
                <a:spcPts val="0"/>
              </a:spcBef>
              <a:spcAft>
                <a:spcPts val="0"/>
              </a:spcAft>
              <a:buSzPts val="800"/>
              <a:buFont typeface="Inter"/>
              <a:buNone/>
              <a:defRPr sz="800"/>
            </a:lvl4pPr>
            <a:lvl5pPr lvl="4" algn="r">
              <a:spcBef>
                <a:spcPts val="0"/>
              </a:spcBef>
              <a:spcAft>
                <a:spcPts val="0"/>
              </a:spcAft>
              <a:buSzPts val="800"/>
              <a:buFont typeface="Inter"/>
              <a:buNone/>
              <a:defRPr sz="800"/>
            </a:lvl5pPr>
            <a:lvl6pPr lvl="5" algn="r">
              <a:spcBef>
                <a:spcPts val="0"/>
              </a:spcBef>
              <a:spcAft>
                <a:spcPts val="0"/>
              </a:spcAft>
              <a:buSzPts val="800"/>
              <a:buFont typeface="Inter"/>
              <a:buNone/>
              <a:defRPr sz="800"/>
            </a:lvl6pPr>
            <a:lvl7pPr lvl="6" algn="r">
              <a:spcBef>
                <a:spcPts val="0"/>
              </a:spcBef>
              <a:spcAft>
                <a:spcPts val="0"/>
              </a:spcAft>
              <a:buSzPts val="800"/>
              <a:buFont typeface="Inter"/>
              <a:buNone/>
              <a:defRPr sz="800"/>
            </a:lvl7pPr>
            <a:lvl8pPr lvl="7" algn="r">
              <a:spcBef>
                <a:spcPts val="0"/>
              </a:spcBef>
              <a:spcAft>
                <a:spcPts val="0"/>
              </a:spcAft>
              <a:buSzPts val="800"/>
              <a:buFont typeface="Inter"/>
              <a:buNone/>
              <a:defRPr sz="800"/>
            </a:lvl8pPr>
            <a:lvl9pPr lvl="8" algn="r">
              <a:spcBef>
                <a:spcPts val="0"/>
              </a:spcBef>
              <a:spcAft>
                <a:spcPts val="0"/>
              </a:spcAft>
              <a:buSzPts val="800"/>
              <a:buFont typeface="Inter"/>
              <a:buNone/>
              <a:defRPr sz="800"/>
            </a:lvl9pPr>
          </a:lstStyle>
          <a:p/>
        </p:txBody>
      </p:sp>
      <p:sp>
        <p:nvSpPr>
          <p:cNvPr id="292" name="Google Shape;292;p13"/>
          <p:cNvSpPr txBox="1"/>
          <p:nvPr>
            <p:ph idx="4" type="body"/>
          </p:nvPr>
        </p:nvSpPr>
        <p:spPr>
          <a:xfrm>
            <a:off x="1285875" y="1558900"/>
            <a:ext cx="2803800" cy="2499000"/>
          </a:xfrm>
          <a:prstGeom prst="rect">
            <a:avLst/>
          </a:prstGeom>
        </p:spPr>
        <p:txBody>
          <a:bodyPr anchorCtr="0" anchor="t" bIns="91425" lIns="0" spcFirstLastPara="1" rIns="0" wrap="square" tIns="0">
            <a:sp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293" name="Google Shape;293;p13"/>
          <p:cNvSpPr txBox="1"/>
          <p:nvPr>
            <p:ph idx="5" type="subTitle"/>
          </p:nvPr>
        </p:nvSpPr>
        <p:spPr>
          <a:xfrm>
            <a:off x="5196350" y="1462025"/>
            <a:ext cx="2307600" cy="202500"/>
          </a:xfrm>
          <a:prstGeom prst="rect">
            <a:avLst/>
          </a:prstGeom>
        </p:spPr>
        <p:txBody>
          <a:bodyPr anchorCtr="0" anchor="t" bIns="0" lIns="0" spcFirstLastPara="1" rIns="0" wrap="square" tIns="0">
            <a:sp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800"/>
              </a:spcBef>
              <a:spcAft>
                <a:spcPts val="0"/>
              </a:spcAft>
              <a:buClr>
                <a:schemeClr val="accent1"/>
              </a:buClr>
              <a:buSzPts val="1200"/>
              <a:buNone/>
              <a:defRPr>
                <a:solidFill>
                  <a:schemeClr val="accent1"/>
                </a:solidFill>
              </a:defRPr>
            </a:lvl2pPr>
            <a:lvl3pPr lvl="2">
              <a:spcBef>
                <a:spcPts val="800"/>
              </a:spcBef>
              <a:spcAft>
                <a:spcPts val="0"/>
              </a:spcAft>
              <a:buClr>
                <a:schemeClr val="accent1"/>
              </a:buClr>
              <a:buSzPts val="1200"/>
              <a:buNone/>
              <a:defRPr>
                <a:solidFill>
                  <a:schemeClr val="accent1"/>
                </a:solidFill>
              </a:defRPr>
            </a:lvl3pPr>
            <a:lvl4pPr lvl="3">
              <a:spcBef>
                <a:spcPts val="800"/>
              </a:spcBef>
              <a:spcAft>
                <a:spcPts val="0"/>
              </a:spcAft>
              <a:buClr>
                <a:schemeClr val="accent1"/>
              </a:buClr>
              <a:buSzPts val="1200"/>
              <a:buNone/>
              <a:defRPr>
                <a:solidFill>
                  <a:schemeClr val="accent1"/>
                </a:solidFill>
              </a:defRPr>
            </a:lvl4pPr>
            <a:lvl5pPr lvl="4">
              <a:spcBef>
                <a:spcPts val="800"/>
              </a:spcBef>
              <a:spcAft>
                <a:spcPts val="0"/>
              </a:spcAft>
              <a:buClr>
                <a:schemeClr val="accent1"/>
              </a:buClr>
              <a:buSzPts val="1200"/>
              <a:buNone/>
              <a:defRPr>
                <a:solidFill>
                  <a:schemeClr val="accent1"/>
                </a:solidFill>
              </a:defRPr>
            </a:lvl5pPr>
            <a:lvl6pPr lvl="5">
              <a:spcBef>
                <a:spcPts val="800"/>
              </a:spcBef>
              <a:spcAft>
                <a:spcPts val="0"/>
              </a:spcAft>
              <a:buClr>
                <a:schemeClr val="accent1"/>
              </a:buClr>
              <a:buSzPts val="1200"/>
              <a:buNone/>
              <a:defRPr>
                <a:solidFill>
                  <a:schemeClr val="accent1"/>
                </a:solidFill>
              </a:defRPr>
            </a:lvl6pPr>
            <a:lvl7pPr lvl="6">
              <a:spcBef>
                <a:spcPts val="800"/>
              </a:spcBef>
              <a:spcAft>
                <a:spcPts val="0"/>
              </a:spcAft>
              <a:buClr>
                <a:schemeClr val="accent1"/>
              </a:buClr>
              <a:buSzPts val="1200"/>
              <a:buNone/>
              <a:defRPr>
                <a:solidFill>
                  <a:schemeClr val="accent1"/>
                </a:solidFill>
              </a:defRPr>
            </a:lvl7pPr>
            <a:lvl8pPr lvl="7">
              <a:spcBef>
                <a:spcPts val="800"/>
              </a:spcBef>
              <a:spcAft>
                <a:spcPts val="0"/>
              </a:spcAft>
              <a:buClr>
                <a:schemeClr val="accent1"/>
              </a:buClr>
              <a:buSzPts val="1200"/>
              <a:buNone/>
              <a:defRPr>
                <a:solidFill>
                  <a:schemeClr val="accent1"/>
                </a:solidFill>
              </a:defRPr>
            </a:lvl8pPr>
            <a:lvl9pPr lvl="8">
              <a:spcBef>
                <a:spcPts val="800"/>
              </a:spcBef>
              <a:spcAft>
                <a:spcPts val="800"/>
              </a:spcAft>
              <a:buClr>
                <a:schemeClr val="accent1"/>
              </a:buClr>
              <a:buSzPts val="1200"/>
              <a:buNone/>
              <a:defRPr>
                <a:solidFill>
                  <a:schemeClr val="accent1"/>
                </a:solidFill>
              </a:defRPr>
            </a:lvl9pPr>
          </a:lstStyle>
          <a:p/>
        </p:txBody>
      </p:sp>
      <p:sp>
        <p:nvSpPr>
          <p:cNvPr id="294" name="Google Shape;294;p13"/>
          <p:cNvSpPr txBox="1"/>
          <p:nvPr>
            <p:ph idx="6" type="subTitle"/>
          </p:nvPr>
        </p:nvSpPr>
        <p:spPr>
          <a:xfrm>
            <a:off x="5196350" y="199117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95" name="Google Shape;295;p13"/>
          <p:cNvSpPr txBox="1"/>
          <p:nvPr>
            <p:ph idx="7" type="subTitle"/>
          </p:nvPr>
        </p:nvSpPr>
        <p:spPr>
          <a:xfrm>
            <a:off x="5196350" y="270017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96" name="Google Shape;296;p13"/>
          <p:cNvSpPr txBox="1"/>
          <p:nvPr>
            <p:ph idx="8" type="subTitle"/>
          </p:nvPr>
        </p:nvSpPr>
        <p:spPr>
          <a:xfrm>
            <a:off x="5196350" y="352022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97" name="Google Shape;297;p13"/>
          <p:cNvSpPr txBox="1"/>
          <p:nvPr>
            <p:ph idx="9" type="subTitle"/>
          </p:nvPr>
        </p:nvSpPr>
        <p:spPr>
          <a:xfrm>
            <a:off x="5196350" y="426407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98" name="Google Shape;298;p13"/>
          <p:cNvSpPr txBox="1"/>
          <p:nvPr>
            <p:ph idx="13" type="body"/>
          </p:nvPr>
        </p:nvSpPr>
        <p:spPr>
          <a:xfrm>
            <a:off x="6165050" y="184582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99" name="Google Shape;299;p13"/>
          <p:cNvSpPr txBox="1"/>
          <p:nvPr>
            <p:ph idx="14" type="body"/>
          </p:nvPr>
        </p:nvSpPr>
        <p:spPr>
          <a:xfrm>
            <a:off x="6165050" y="263102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00" name="Google Shape;300;p13"/>
          <p:cNvSpPr txBox="1"/>
          <p:nvPr>
            <p:ph idx="15" type="body"/>
          </p:nvPr>
        </p:nvSpPr>
        <p:spPr>
          <a:xfrm>
            <a:off x="6165050" y="337487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01" name="Google Shape;301;p13"/>
          <p:cNvSpPr txBox="1"/>
          <p:nvPr>
            <p:ph idx="16" type="body"/>
          </p:nvPr>
        </p:nvSpPr>
        <p:spPr>
          <a:xfrm>
            <a:off x="6165050" y="411872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02" name="Google Shape;302;p13"/>
          <p:cNvSpPr txBox="1"/>
          <p:nvPr>
            <p:ph idx="17" type="subTitle"/>
          </p:nvPr>
        </p:nvSpPr>
        <p:spPr>
          <a:xfrm>
            <a:off x="1356350" y="4384150"/>
            <a:ext cx="2413200" cy="202500"/>
          </a:xfrm>
          <a:prstGeom prst="rect">
            <a:avLst/>
          </a:prstGeom>
        </p:spPr>
        <p:txBody>
          <a:bodyPr anchorCtr="0" anchor="t" bIns="91425" lIns="0" spcFirstLastPara="1" rIns="91425" wrap="square" tIns="0">
            <a:spAutoFit/>
          </a:bodyPr>
          <a:lstStyle>
            <a:lvl1pPr lvl="0">
              <a:spcBef>
                <a:spcPts val="0"/>
              </a:spcBef>
              <a:spcAft>
                <a:spcPts val="0"/>
              </a:spcAft>
              <a:buClr>
                <a:schemeClr val="accent1"/>
              </a:buClr>
              <a:buSzPts val="1000"/>
              <a:buFont typeface="Inter Medium"/>
              <a:buNone/>
              <a:defRPr i="1" sz="10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303" name="Google Shape;303;p13"/>
          <p:cNvSpPr txBox="1"/>
          <p:nvPr>
            <p:ph idx="18" type="subTitle"/>
          </p:nvPr>
        </p:nvSpPr>
        <p:spPr>
          <a:xfrm>
            <a:off x="1042428" y="338324"/>
            <a:ext cx="5186400" cy="329100"/>
          </a:xfrm>
          <a:prstGeom prst="rect">
            <a:avLst/>
          </a:prstGeom>
        </p:spPr>
        <p:txBody>
          <a:bodyPr anchorCtr="0" anchor="ctr" bIns="0" lIns="274300" spcFirstLastPara="1" rIns="91425" wrap="square" tIns="91425">
            <a:noAutofit/>
          </a:bodyPr>
          <a:lstStyle>
            <a:lvl1pPr lvl="0">
              <a:lnSpc>
                <a:spcPct val="100000"/>
              </a:lnSpc>
              <a:spcBef>
                <a:spcPts val="0"/>
              </a:spcBef>
              <a:spcAft>
                <a:spcPts val="0"/>
              </a:spcAft>
              <a:buClr>
                <a:schemeClr val="accent1"/>
              </a:buClr>
              <a:buSzPts val="1000"/>
              <a:buFont typeface="Inter Medium"/>
              <a:buNone/>
              <a:defRPr sz="1000">
                <a:solidFill>
                  <a:schemeClr val="accent1"/>
                </a:solidFill>
                <a:latin typeface="Inter Medium"/>
                <a:ea typeface="Inter Medium"/>
                <a:cs typeface="Inter Medium"/>
                <a:sym typeface="Inter Medium"/>
              </a:defRPr>
            </a:lvl1pPr>
            <a:lvl2pPr lvl="1">
              <a:lnSpc>
                <a:spcPct val="100000"/>
              </a:lnSpc>
              <a:spcBef>
                <a:spcPts val="800"/>
              </a:spcBef>
              <a:spcAft>
                <a:spcPts val="0"/>
              </a:spcAft>
              <a:buSzPts val="1000"/>
              <a:buNone/>
              <a:defRPr sz="1000"/>
            </a:lvl2pPr>
            <a:lvl3pPr lvl="2">
              <a:lnSpc>
                <a:spcPct val="100000"/>
              </a:lnSpc>
              <a:spcBef>
                <a:spcPts val="800"/>
              </a:spcBef>
              <a:spcAft>
                <a:spcPts val="0"/>
              </a:spcAft>
              <a:buSzPts val="1000"/>
              <a:buNone/>
              <a:defRPr sz="1000"/>
            </a:lvl3pPr>
            <a:lvl4pPr lvl="3">
              <a:lnSpc>
                <a:spcPct val="100000"/>
              </a:lnSpc>
              <a:spcBef>
                <a:spcPts val="800"/>
              </a:spcBef>
              <a:spcAft>
                <a:spcPts val="0"/>
              </a:spcAft>
              <a:buSzPts val="1000"/>
              <a:buNone/>
              <a:defRPr sz="1000"/>
            </a:lvl4pPr>
            <a:lvl5pPr lvl="4">
              <a:lnSpc>
                <a:spcPct val="100000"/>
              </a:lnSpc>
              <a:spcBef>
                <a:spcPts val="800"/>
              </a:spcBef>
              <a:spcAft>
                <a:spcPts val="0"/>
              </a:spcAft>
              <a:buSzPts val="1000"/>
              <a:buNone/>
              <a:defRPr sz="1000"/>
            </a:lvl5pPr>
            <a:lvl6pPr lvl="5">
              <a:lnSpc>
                <a:spcPct val="100000"/>
              </a:lnSpc>
              <a:spcBef>
                <a:spcPts val="800"/>
              </a:spcBef>
              <a:spcAft>
                <a:spcPts val="0"/>
              </a:spcAft>
              <a:buSzPts val="1000"/>
              <a:buNone/>
              <a:defRPr sz="1000"/>
            </a:lvl6pPr>
            <a:lvl7pPr lvl="6">
              <a:lnSpc>
                <a:spcPct val="100000"/>
              </a:lnSpc>
              <a:spcBef>
                <a:spcPts val="800"/>
              </a:spcBef>
              <a:spcAft>
                <a:spcPts val="0"/>
              </a:spcAft>
              <a:buSzPts val="1000"/>
              <a:buNone/>
              <a:defRPr sz="1000"/>
            </a:lvl7pPr>
            <a:lvl8pPr lvl="7">
              <a:lnSpc>
                <a:spcPct val="100000"/>
              </a:lnSpc>
              <a:spcBef>
                <a:spcPts val="800"/>
              </a:spcBef>
              <a:spcAft>
                <a:spcPts val="0"/>
              </a:spcAft>
              <a:buSzPts val="1000"/>
              <a:buNone/>
              <a:defRPr sz="1000"/>
            </a:lvl8pPr>
            <a:lvl9pPr lvl="8">
              <a:lnSpc>
                <a:spcPct val="100000"/>
              </a:lnSpc>
              <a:spcBef>
                <a:spcPts val="800"/>
              </a:spcBef>
              <a:spcAft>
                <a:spcPts val="800"/>
              </a:spcAft>
              <a:buSzPts val="1000"/>
              <a:buNone/>
              <a:defRPr sz="1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p:cSld name="BLANK_1_1_1_1_1_1_1_2_3">
    <p:bg>
      <p:bgPr>
        <a:solidFill>
          <a:schemeClr val="lt2"/>
        </a:solidFill>
      </p:bgPr>
    </p:bg>
    <p:spTree>
      <p:nvGrpSpPr>
        <p:cNvPr id="304" name="Shape 304"/>
        <p:cNvGrpSpPr/>
        <p:nvPr/>
      </p:nvGrpSpPr>
      <p:grpSpPr>
        <a:xfrm>
          <a:off x="0" y="0"/>
          <a:ext cx="0" cy="0"/>
          <a:chOff x="0" y="0"/>
          <a:chExt cx="0" cy="0"/>
        </a:xfrm>
      </p:grpSpPr>
      <p:grpSp>
        <p:nvGrpSpPr>
          <p:cNvPr id="305" name="Google Shape;305;p14"/>
          <p:cNvGrpSpPr/>
          <p:nvPr/>
        </p:nvGrpSpPr>
        <p:grpSpPr>
          <a:xfrm rot="5400000">
            <a:off x="596727" y="776873"/>
            <a:ext cx="369896" cy="333900"/>
            <a:chOff x="96076" y="654376"/>
            <a:chExt cx="369896" cy="333900"/>
          </a:xfrm>
        </p:grpSpPr>
        <p:cxnSp>
          <p:nvCxnSpPr>
            <p:cNvPr id="306" name="Google Shape;306;p14"/>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307" name="Google Shape;307;p14"/>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308" name="Google Shape;308;p14"/>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309" name="Google Shape;309;p14"/>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310" name="Google Shape;310;p1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11" name="Google Shape;311;p14"/>
          <p:cNvCxnSpPr/>
          <p:nvPr/>
        </p:nvCxnSpPr>
        <p:spPr>
          <a:xfrm>
            <a:off x="1045950" y="334900"/>
            <a:ext cx="8098500" cy="0"/>
          </a:xfrm>
          <a:prstGeom prst="straightConnector1">
            <a:avLst/>
          </a:prstGeom>
          <a:noFill/>
          <a:ln cap="flat" cmpd="sng" w="9525">
            <a:solidFill>
              <a:schemeClr val="lt1"/>
            </a:solidFill>
            <a:prstDash val="solid"/>
            <a:round/>
            <a:headEnd len="sm" w="sm" type="none"/>
            <a:tailEnd len="sm" w="sm" type="none"/>
          </a:ln>
        </p:spPr>
      </p:cxnSp>
      <p:cxnSp>
        <p:nvCxnSpPr>
          <p:cNvPr id="312" name="Google Shape;312;p1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13" name="Google Shape;313;p1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14" name="Google Shape;314;p14"/>
          <p:cNvCxnSpPr/>
          <p:nvPr/>
        </p:nvCxnSpPr>
        <p:spPr>
          <a:xfrm>
            <a:off x="1045950" y="1307575"/>
            <a:ext cx="8098500" cy="0"/>
          </a:xfrm>
          <a:prstGeom prst="straightConnector1">
            <a:avLst/>
          </a:prstGeom>
          <a:noFill/>
          <a:ln cap="flat" cmpd="sng" w="9525">
            <a:solidFill>
              <a:schemeClr val="lt1"/>
            </a:solidFill>
            <a:prstDash val="solid"/>
            <a:round/>
            <a:headEnd len="sm" w="sm" type="none"/>
            <a:tailEnd len="sm" w="sm" type="none"/>
          </a:ln>
        </p:spPr>
      </p:cxnSp>
      <p:cxnSp>
        <p:nvCxnSpPr>
          <p:cNvPr id="315" name="Google Shape;315;p14"/>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316" name="Google Shape;316;p14"/>
          <p:cNvSpPr txBox="1"/>
          <p:nvPr>
            <p:ph idx="1"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bg>
      <p:bgPr>
        <a:solidFill>
          <a:schemeClr val="lt2"/>
        </a:solidFill>
      </p:bgPr>
    </p:bg>
    <p:spTree>
      <p:nvGrpSpPr>
        <p:cNvPr id="317" name="Shape 317"/>
        <p:cNvGrpSpPr/>
        <p:nvPr/>
      </p:nvGrpSpPr>
      <p:grpSpPr>
        <a:xfrm>
          <a:off x="0" y="0"/>
          <a:ext cx="0" cy="0"/>
          <a:chOff x="0" y="0"/>
          <a:chExt cx="0" cy="0"/>
        </a:xfrm>
      </p:grpSpPr>
      <p:sp>
        <p:nvSpPr>
          <p:cNvPr id="318" name="Google Shape;318;p15"/>
          <p:cNvSpPr txBox="1"/>
          <p:nvPr>
            <p:ph idx="1" type="body"/>
          </p:nvPr>
        </p:nvSpPr>
        <p:spPr>
          <a:xfrm>
            <a:off x="1042100" y="1307575"/>
            <a:ext cx="3977100" cy="3522300"/>
          </a:xfrm>
          <a:prstGeom prst="rect">
            <a:avLst/>
          </a:prstGeom>
        </p:spPr>
        <p:txBody>
          <a:bodyPr anchorCtr="0" anchor="t" bIns="91425" lIns="274300" spcFirstLastPara="1" rIns="91425" wrap="square" tIns="27430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319" name="Google Shape;319;p15"/>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320" name="Google Shape;320;p15"/>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321" name="Google Shape;321;p15"/>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322" name="Google Shape;322;p1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23" name="Google Shape;323;p1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324" name="Google Shape;324;p15"/>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3200"/>
              <a:buFont typeface="Gowun Batang"/>
              <a:buNone/>
              <a:defRPr/>
            </a:lvl1pPr>
            <a:lvl2pPr lvl="1">
              <a:spcBef>
                <a:spcPts val="0"/>
              </a:spcBef>
              <a:spcAft>
                <a:spcPts val="0"/>
              </a:spcAft>
              <a:buClr>
                <a:schemeClr val="lt1"/>
              </a:buClr>
              <a:buSzPts val="3200"/>
              <a:buFont typeface="Gowun Batang"/>
              <a:buNone/>
              <a:defRPr/>
            </a:lvl2pPr>
            <a:lvl3pPr lvl="2">
              <a:spcBef>
                <a:spcPts val="0"/>
              </a:spcBef>
              <a:spcAft>
                <a:spcPts val="0"/>
              </a:spcAft>
              <a:buClr>
                <a:schemeClr val="lt1"/>
              </a:buClr>
              <a:buSzPts val="3200"/>
              <a:buFont typeface="Gowun Batang"/>
              <a:buNone/>
              <a:defRPr/>
            </a:lvl3pPr>
            <a:lvl4pPr lvl="3">
              <a:spcBef>
                <a:spcPts val="0"/>
              </a:spcBef>
              <a:spcAft>
                <a:spcPts val="0"/>
              </a:spcAft>
              <a:buClr>
                <a:schemeClr val="lt1"/>
              </a:buClr>
              <a:buSzPts val="3200"/>
              <a:buFont typeface="Gowun Batang"/>
              <a:buNone/>
              <a:defRPr/>
            </a:lvl4pPr>
            <a:lvl5pPr lvl="4">
              <a:spcBef>
                <a:spcPts val="0"/>
              </a:spcBef>
              <a:spcAft>
                <a:spcPts val="0"/>
              </a:spcAft>
              <a:buClr>
                <a:schemeClr val="lt1"/>
              </a:buClr>
              <a:buSzPts val="3200"/>
              <a:buFont typeface="Gowun Batang"/>
              <a:buNone/>
              <a:defRPr/>
            </a:lvl5pPr>
            <a:lvl6pPr lvl="5">
              <a:spcBef>
                <a:spcPts val="0"/>
              </a:spcBef>
              <a:spcAft>
                <a:spcPts val="0"/>
              </a:spcAft>
              <a:buClr>
                <a:schemeClr val="lt1"/>
              </a:buClr>
              <a:buSzPts val="3200"/>
              <a:buFont typeface="Gowun Batang"/>
              <a:buNone/>
              <a:defRPr/>
            </a:lvl6pPr>
            <a:lvl7pPr lvl="6">
              <a:spcBef>
                <a:spcPts val="0"/>
              </a:spcBef>
              <a:spcAft>
                <a:spcPts val="0"/>
              </a:spcAft>
              <a:buClr>
                <a:schemeClr val="lt1"/>
              </a:buClr>
              <a:buSzPts val="3200"/>
              <a:buFont typeface="Gowun Batang"/>
              <a:buNone/>
              <a:defRPr/>
            </a:lvl7pPr>
            <a:lvl8pPr lvl="7">
              <a:spcBef>
                <a:spcPts val="0"/>
              </a:spcBef>
              <a:spcAft>
                <a:spcPts val="0"/>
              </a:spcAft>
              <a:buClr>
                <a:schemeClr val="lt1"/>
              </a:buClr>
              <a:buSzPts val="3200"/>
              <a:buFont typeface="Gowun Batang"/>
              <a:buNone/>
              <a:defRPr/>
            </a:lvl8pPr>
            <a:lvl9pPr lvl="8">
              <a:spcBef>
                <a:spcPts val="0"/>
              </a:spcBef>
              <a:spcAft>
                <a:spcPts val="0"/>
              </a:spcAft>
              <a:buClr>
                <a:schemeClr val="lt1"/>
              </a:buClr>
              <a:buSzPts val="3200"/>
              <a:buFont typeface="Gowun Batang"/>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Dark ALT 2">
  <p:cSld name="BLANK_1_2">
    <p:bg>
      <p:bgPr>
        <a:solidFill>
          <a:schemeClr val="dk2"/>
        </a:solidFill>
      </p:bgPr>
    </p:bg>
    <p:spTree>
      <p:nvGrpSpPr>
        <p:cNvPr id="325" name="Shape 325"/>
        <p:cNvGrpSpPr/>
        <p:nvPr/>
      </p:nvGrpSpPr>
      <p:grpSpPr>
        <a:xfrm>
          <a:off x="0" y="0"/>
          <a:ext cx="0" cy="0"/>
          <a:chOff x="0" y="0"/>
          <a:chExt cx="0" cy="0"/>
        </a:xfrm>
      </p:grpSpPr>
      <p:sp>
        <p:nvSpPr>
          <p:cNvPr id="326" name="Google Shape;326;p16"/>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327" name="Google Shape;327;p16"/>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328" name="Google Shape;328;p16"/>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329" name="Google Shape;329;p16"/>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330" name="Google Shape;330;p16"/>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331" name="Google Shape;331;p16"/>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332" name="Google Shape;332;p16"/>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333" name="Google Shape;333;p16"/>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334" name="Google Shape;334;p16"/>
          <p:cNvCxnSpPr/>
          <p:nvPr/>
        </p:nvCxnSpPr>
        <p:spPr>
          <a:xfrm>
            <a:off x="521250" y="841675"/>
            <a:ext cx="86232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 Comment">
  <p:cSld name="BLANK_1_1_1_1_1_1_1_1_2">
    <p:bg>
      <p:bgPr>
        <a:solidFill>
          <a:schemeClr val="lt2"/>
        </a:solidFill>
      </p:bgPr>
    </p:bg>
    <p:spTree>
      <p:nvGrpSpPr>
        <p:cNvPr id="335" name="Shape 335"/>
        <p:cNvGrpSpPr/>
        <p:nvPr/>
      </p:nvGrpSpPr>
      <p:grpSpPr>
        <a:xfrm>
          <a:off x="0" y="0"/>
          <a:ext cx="0" cy="0"/>
          <a:chOff x="0" y="0"/>
          <a:chExt cx="0" cy="0"/>
        </a:xfrm>
      </p:grpSpPr>
      <p:sp>
        <p:nvSpPr>
          <p:cNvPr id="336" name="Google Shape;336;p17"/>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337" name="Google Shape;337;p17"/>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338" name="Google Shape;338;p17"/>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339" name="Google Shape;339;p17"/>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340" name="Google Shape;340;p17"/>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41" name="Google Shape;341;p17"/>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342" name="Google Shape;342;p17"/>
          <p:cNvCxnSpPr/>
          <p:nvPr/>
        </p:nvCxnSpPr>
        <p:spPr>
          <a:xfrm>
            <a:off x="67737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43" name="Google Shape;343;p1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344" name="Google Shape;344;p17"/>
          <p:cNvSpPr txBox="1"/>
          <p:nvPr>
            <p:ph type="title"/>
          </p:nvPr>
        </p:nvSpPr>
        <p:spPr>
          <a:xfrm>
            <a:off x="6773750" y="841725"/>
            <a:ext cx="1848900" cy="364800"/>
          </a:xfrm>
          <a:prstGeom prst="rect">
            <a:avLst/>
          </a:prstGeom>
        </p:spPr>
        <p:txBody>
          <a:bodyPr anchorCtr="0" anchor="ctr" bIns="0" lIns="182875"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345" name="Google Shape;345;p17"/>
          <p:cNvSpPr txBox="1"/>
          <p:nvPr>
            <p:ph idx="4" type="subTitle"/>
          </p:nvPr>
        </p:nvSpPr>
        <p:spPr>
          <a:xfrm>
            <a:off x="6773750" y="1252675"/>
            <a:ext cx="1848900" cy="335100"/>
          </a:xfrm>
          <a:prstGeom prst="rect">
            <a:avLst/>
          </a:prstGeom>
        </p:spPr>
        <p:txBody>
          <a:bodyPr anchorCtr="0" anchor="t" bIns="0" lIns="182875" spcFirstLastPara="1" rIns="91425"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346" name="Google Shape;346;p17"/>
          <p:cNvSpPr txBox="1"/>
          <p:nvPr>
            <p:ph idx="5" type="body"/>
          </p:nvPr>
        </p:nvSpPr>
        <p:spPr>
          <a:xfrm>
            <a:off x="6773750" y="1633925"/>
            <a:ext cx="1848900" cy="32109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347" name="Google Shape;347;p17"/>
          <p:cNvSpPr txBox="1"/>
          <p:nvPr>
            <p:ph idx="6"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Growth">
  <p:cSld name="CUSTOM_4">
    <p:bg>
      <p:bgPr>
        <a:solidFill>
          <a:schemeClr val="lt2"/>
        </a:solidFill>
      </p:bgPr>
    </p:bg>
    <p:spTree>
      <p:nvGrpSpPr>
        <p:cNvPr id="348" name="Shape 348"/>
        <p:cNvGrpSpPr/>
        <p:nvPr/>
      </p:nvGrpSpPr>
      <p:grpSpPr>
        <a:xfrm>
          <a:off x="0" y="0"/>
          <a:ext cx="0" cy="0"/>
          <a:chOff x="0" y="0"/>
          <a:chExt cx="0" cy="0"/>
        </a:xfrm>
      </p:grpSpPr>
      <p:sp>
        <p:nvSpPr>
          <p:cNvPr id="349" name="Google Shape;349;p18"/>
          <p:cNvSpPr txBox="1"/>
          <p:nvPr>
            <p:ph idx="1" type="body"/>
          </p:nvPr>
        </p:nvSpPr>
        <p:spPr>
          <a:xfrm>
            <a:off x="6270725" y="3025600"/>
            <a:ext cx="2874600" cy="1424700"/>
          </a:xfrm>
          <a:prstGeom prst="rect">
            <a:avLst/>
          </a:prstGeom>
        </p:spPr>
        <p:txBody>
          <a:bodyPr anchorCtr="0" anchor="b" bIns="91425" lIns="182875" spcFirstLastPara="1" rIns="182875" wrap="square" tIns="91425">
            <a:norm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sp>
        <p:nvSpPr>
          <p:cNvPr id="350" name="Google Shape;350;p18"/>
          <p:cNvSpPr txBox="1"/>
          <p:nvPr>
            <p:ph idx="2" type="body"/>
          </p:nvPr>
        </p:nvSpPr>
        <p:spPr>
          <a:xfrm>
            <a:off x="3403050" y="2668875"/>
            <a:ext cx="2868000" cy="1781400"/>
          </a:xfrm>
          <a:prstGeom prst="rect">
            <a:avLst/>
          </a:prstGeom>
        </p:spPr>
        <p:txBody>
          <a:bodyPr anchorCtr="0" anchor="b" bIns="91425" lIns="182875" spcFirstLastPara="1" rIns="182875" wrap="square" tIns="91425">
            <a:normAutofit/>
          </a:bodyPr>
          <a:lstStyle>
            <a:lvl1pPr indent="-292100" lvl="0" marL="457200">
              <a:spcBef>
                <a:spcPts val="0"/>
              </a:spcBef>
              <a:spcAft>
                <a:spcPts val="0"/>
              </a:spcAft>
              <a:buSzPts val="1000"/>
              <a:buFont typeface="Inter"/>
              <a:buChar char="●"/>
              <a:defRPr sz="1000"/>
            </a:lvl1pPr>
            <a:lvl2pPr indent="-292100" lvl="1" marL="914400">
              <a:spcBef>
                <a:spcPts val="800"/>
              </a:spcBef>
              <a:spcAft>
                <a:spcPts val="0"/>
              </a:spcAft>
              <a:buSzPts val="1000"/>
              <a:buFont typeface="Inter"/>
              <a:buChar char="○"/>
              <a:defRPr sz="1000"/>
            </a:lvl2pPr>
            <a:lvl3pPr indent="-292100" lvl="2" marL="1371600">
              <a:spcBef>
                <a:spcPts val="800"/>
              </a:spcBef>
              <a:spcAft>
                <a:spcPts val="0"/>
              </a:spcAft>
              <a:buSzPts val="1000"/>
              <a:buFont typeface="Inter"/>
              <a:buChar char="■"/>
              <a:defRPr sz="1000"/>
            </a:lvl3pPr>
            <a:lvl4pPr indent="-292100" lvl="3" marL="1828800">
              <a:spcBef>
                <a:spcPts val="800"/>
              </a:spcBef>
              <a:spcAft>
                <a:spcPts val="0"/>
              </a:spcAft>
              <a:buSzPts val="1000"/>
              <a:buFont typeface="Inter"/>
              <a:buChar char="●"/>
              <a:defRPr sz="1000"/>
            </a:lvl4pPr>
            <a:lvl5pPr indent="-292100" lvl="4" marL="2286000">
              <a:spcBef>
                <a:spcPts val="800"/>
              </a:spcBef>
              <a:spcAft>
                <a:spcPts val="0"/>
              </a:spcAft>
              <a:buSzPts val="1000"/>
              <a:buFont typeface="Inter"/>
              <a:buChar char="○"/>
              <a:defRPr sz="1000"/>
            </a:lvl5pPr>
            <a:lvl6pPr indent="-292100" lvl="5" marL="2743200">
              <a:spcBef>
                <a:spcPts val="800"/>
              </a:spcBef>
              <a:spcAft>
                <a:spcPts val="0"/>
              </a:spcAft>
              <a:buSzPts val="1000"/>
              <a:buFont typeface="Inter"/>
              <a:buChar char="■"/>
              <a:defRPr sz="1000"/>
            </a:lvl6pPr>
            <a:lvl7pPr indent="-292100" lvl="6" marL="3200400">
              <a:spcBef>
                <a:spcPts val="800"/>
              </a:spcBef>
              <a:spcAft>
                <a:spcPts val="0"/>
              </a:spcAft>
              <a:buSzPts val="1000"/>
              <a:buFont typeface="Inter"/>
              <a:buChar char="●"/>
              <a:defRPr sz="1000"/>
            </a:lvl7pPr>
            <a:lvl8pPr indent="-292100" lvl="7" marL="3657600">
              <a:spcBef>
                <a:spcPts val="800"/>
              </a:spcBef>
              <a:spcAft>
                <a:spcPts val="0"/>
              </a:spcAft>
              <a:buSzPts val="1000"/>
              <a:buFont typeface="Inter"/>
              <a:buChar char="○"/>
              <a:defRPr sz="1000"/>
            </a:lvl8pPr>
            <a:lvl9pPr indent="-292100" lvl="8" marL="4114800">
              <a:spcBef>
                <a:spcPts val="800"/>
              </a:spcBef>
              <a:spcAft>
                <a:spcPts val="800"/>
              </a:spcAft>
              <a:buSzPts val="1000"/>
              <a:buFont typeface="Inter"/>
              <a:buChar char="■"/>
              <a:defRPr sz="1000"/>
            </a:lvl9pPr>
          </a:lstStyle>
          <a:p/>
        </p:txBody>
      </p:sp>
      <p:sp>
        <p:nvSpPr>
          <p:cNvPr id="351" name="Google Shape;351;p18"/>
          <p:cNvSpPr txBox="1"/>
          <p:nvPr>
            <p:ph idx="3" type="body"/>
          </p:nvPr>
        </p:nvSpPr>
        <p:spPr>
          <a:xfrm>
            <a:off x="521250" y="3426700"/>
            <a:ext cx="2880300" cy="1023600"/>
          </a:xfrm>
          <a:prstGeom prst="rect">
            <a:avLst/>
          </a:prstGeom>
        </p:spPr>
        <p:txBody>
          <a:bodyPr anchorCtr="0" anchor="b" bIns="91425" lIns="182875" spcFirstLastPara="1" rIns="182875" wrap="square" tIns="91425">
            <a:normAutofit/>
          </a:bodyPr>
          <a:lstStyle>
            <a:lvl1pPr indent="-292100" lvl="0" marL="457200">
              <a:spcBef>
                <a:spcPts val="0"/>
              </a:spcBef>
              <a:spcAft>
                <a:spcPts val="0"/>
              </a:spcAft>
              <a:buClr>
                <a:schemeClr val="lt2"/>
              </a:buClr>
              <a:buSzPts val="1000"/>
              <a:buFont typeface="Inter"/>
              <a:buChar char="●"/>
              <a:defRPr sz="1000">
                <a:solidFill>
                  <a:schemeClr val="lt2"/>
                </a:solidFill>
              </a:defRPr>
            </a:lvl1pPr>
            <a:lvl2pPr indent="-292100" lvl="1" marL="914400">
              <a:spcBef>
                <a:spcPts val="0"/>
              </a:spcBef>
              <a:spcAft>
                <a:spcPts val="0"/>
              </a:spcAft>
              <a:buClr>
                <a:schemeClr val="lt2"/>
              </a:buClr>
              <a:buSzPts val="1000"/>
              <a:buFont typeface="Inter"/>
              <a:buChar char="○"/>
              <a:defRPr sz="1000">
                <a:solidFill>
                  <a:schemeClr val="lt2"/>
                </a:solidFill>
              </a:defRPr>
            </a:lvl2pPr>
            <a:lvl3pPr indent="-292100" lvl="2" marL="1371600">
              <a:spcBef>
                <a:spcPts val="0"/>
              </a:spcBef>
              <a:spcAft>
                <a:spcPts val="0"/>
              </a:spcAft>
              <a:buClr>
                <a:schemeClr val="lt2"/>
              </a:buClr>
              <a:buSzPts val="1000"/>
              <a:buFont typeface="Inter"/>
              <a:buChar char="■"/>
              <a:defRPr sz="1000">
                <a:solidFill>
                  <a:schemeClr val="lt2"/>
                </a:solidFill>
              </a:defRPr>
            </a:lvl3pPr>
            <a:lvl4pPr indent="-292100" lvl="3" marL="1828800">
              <a:spcBef>
                <a:spcPts val="0"/>
              </a:spcBef>
              <a:spcAft>
                <a:spcPts val="0"/>
              </a:spcAft>
              <a:buClr>
                <a:schemeClr val="lt2"/>
              </a:buClr>
              <a:buSzPts val="1000"/>
              <a:buFont typeface="Inter"/>
              <a:buChar char="●"/>
              <a:defRPr sz="1000">
                <a:solidFill>
                  <a:schemeClr val="lt2"/>
                </a:solidFill>
              </a:defRPr>
            </a:lvl4pPr>
            <a:lvl5pPr indent="-292100" lvl="4" marL="2286000">
              <a:spcBef>
                <a:spcPts val="0"/>
              </a:spcBef>
              <a:spcAft>
                <a:spcPts val="0"/>
              </a:spcAft>
              <a:buClr>
                <a:schemeClr val="lt2"/>
              </a:buClr>
              <a:buSzPts val="1000"/>
              <a:buFont typeface="Inter"/>
              <a:buChar char="○"/>
              <a:defRPr sz="1000">
                <a:solidFill>
                  <a:schemeClr val="lt2"/>
                </a:solidFill>
              </a:defRPr>
            </a:lvl5pPr>
            <a:lvl6pPr indent="-292100" lvl="5" marL="2743200">
              <a:spcBef>
                <a:spcPts val="0"/>
              </a:spcBef>
              <a:spcAft>
                <a:spcPts val="0"/>
              </a:spcAft>
              <a:buClr>
                <a:schemeClr val="lt2"/>
              </a:buClr>
              <a:buSzPts val="1000"/>
              <a:buFont typeface="Inter"/>
              <a:buChar char="■"/>
              <a:defRPr sz="1000">
                <a:solidFill>
                  <a:schemeClr val="lt2"/>
                </a:solidFill>
              </a:defRPr>
            </a:lvl6pPr>
            <a:lvl7pPr indent="-292100" lvl="6" marL="3200400">
              <a:spcBef>
                <a:spcPts val="0"/>
              </a:spcBef>
              <a:spcAft>
                <a:spcPts val="0"/>
              </a:spcAft>
              <a:buClr>
                <a:schemeClr val="lt2"/>
              </a:buClr>
              <a:buSzPts val="1000"/>
              <a:buFont typeface="Inter"/>
              <a:buChar char="●"/>
              <a:defRPr sz="1000">
                <a:solidFill>
                  <a:schemeClr val="lt2"/>
                </a:solidFill>
              </a:defRPr>
            </a:lvl7pPr>
            <a:lvl8pPr indent="-292100" lvl="7" marL="3657600">
              <a:spcBef>
                <a:spcPts val="0"/>
              </a:spcBef>
              <a:spcAft>
                <a:spcPts val="0"/>
              </a:spcAft>
              <a:buClr>
                <a:schemeClr val="lt2"/>
              </a:buClr>
              <a:buSzPts val="1000"/>
              <a:buFont typeface="Inter"/>
              <a:buChar char="○"/>
              <a:defRPr sz="1000">
                <a:solidFill>
                  <a:schemeClr val="lt2"/>
                </a:solidFill>
              </a:defRPr>
            </a:lvl8pPr>
            <a:lvl9pPr indent="-292100" lvl="8" marL="4114800">
              <a:spcBef>
                <a:spcPts val="0"/>
              </a:spcBef>
              <a:spcAft>
                <a:spcPts val="0"/>
              </a:spcAft>
              <a:buSzPts val="1000"/>
              <a:buFont typeface="Inter"/>
              <a:buChar char="■"/>
              <a:defRPr sz="1000">
                <a:solidFill>
                  <a:schemeClr val="lt2"/>
                </a:solidFill>
              </a:defRPr>
            </a:lvl9pPr>
          </a:lstStyle>
          <a:p/>
        </p:txBody>
      </p:sp>
      <p:sp>
        <p:nvSpPr>
          <p:cNvPr id="352" name="Google Shape;352;p18"/>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353" name="Google Shape;353;p18"/>
          <p:cNvCxnSpPr/>
          <p:nvPr/>
        </p:nvCxnSpPr>
        <p:spPr>
          <a:xfrm>
            <a:off x="3401654" y="841987"/>
            <a:ext cx="0" cy="4301700"/>
          </a:xfrm>
          <a:prstGeom prst="straightConnector1">
            <a:avLst/>
          </a:prstGeom>
          <a:noFill/>
          <a:ln cap="flat" cmpd="sng" w="9525">
            <a:solidFill>
              <a:schemeClr val="lt1"/>
            </a:solidFill>
            <a:prstDash val="solid"/>
            <a:round/>
            <a:headEnd len="sm" w="sm" type="none"/>
            <a:tailEnd len="sm" w="sm" type="none"/>
          </a:ln>
        </p:spPr>
      </p:cxnSp>
      <p:cxnSp>
        <p:nvCxnSpPr>
          <p:cNvPr id="354" name="Google Shape;354;p18"/>
          <p:cNvCxnSpPr/>
          <p:nvPr/>
        </p:nvCxnSpPr>
        <p:spPr>
          <a:xfrm>
            <a:off x="6271043" y="841987"/>
            <a:ext cx="0" cy="4301700"/>
          </a:xfrm>
          <a:prstGeom prst="straightConnector1">
            <a:avLst/>
          </a:prstGeom>
          <a:noFill/>
          <a:ln cap="flat" cmpd="sng" w="9525">
            <a:solidFill>
              <a:schemeClr val="lt1"/>
            </a:solidFill>
            <a:prstDash val="solid"/>
            <a:round/>
            <a:headEnd len="sm" w="sm" type="none"/>
            <a:tailEnd len="sm" w="sm" type="none"/>
          </a:ln>
        </p:spPr>
      </p:cxnSp>
      <p:sp>
        <p:nvSpPr>
          <p:cNvPr id="355" name="Google Shape;355;p18"/>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356" name="Google Shape;356;p18"/>
          <p:cNvSpPr txBox="1"/>
          <p:nvPr>
            <p:ph idx="5"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357" name="Google Shape;357;p18"/>
          <p:cNvSpPr txBox="1"/>
          <p:nvPr>
            <p:ph idx="6"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358" name="Google Shape;358;p18"/>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59" name="Google Shape;359;p18"/>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360" name="Google Shape;360;p1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61" name="Google Shape;361;p1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62" name="Google Shape;362;p18"/>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363" name="Google Shape;363;p18"/>
          <p:cNvSpPr txBox="1"/>
          <p:nvPr>
            <p:ph idx="7" type="title"/>
          </p:nvPr>
        </p:nvSpPr>
        <p:spPr>
          <a:xfrm>
            <a:off x="521250" y="2093850"/>
            <a:ext cx="2878500" cy="1332300"/>
          </a:xfrm>
          <a:prstGeom prst="rect">
            <a:avLst/>
          </a:prstGeom>
        </p:spPr>
        <p:txBody>
          <a:bodyPr anchorCtr="0" anchor="b" bIns="274300" lIns="91425" spcFirstLastPara="1" rIns="0" wrap="square" tIns="0">
            <a:normAutofit/>
          </a:bodyPr>
          <a:lstStyle>
            <a:lvl1pPr lvl="0">
              <a:spcBef>
                <a:spcPts val="0"/>
              </a:spcBef>
              <a:spcAft>
                <a:spcPts val="0"/>
              </a:spcAft>
              <a:buClr>
                <a:schemeClr val="lt1"/>
              </a:buClr>
              <a:buSzPts val="5500"/>
              <a:buFont typeface="Gowun Batang"/>
              <a:buChar char="●"/>
              <a:defRPr sz="5500"/>
            </a:lvl1pPr>
            <a:lvl2pPr lvl="1">
              <a:spcBef>
                <a:spcPts val="0"/>
              </a:spcBef>
              <a:spcAft>
                <a:spcPts val="0"/>
              </a:spcAft>
              <a:buClr>
                <a:schemeClr val="lt1"/>
              </a:buClr>
              <a:buSzPts val="5500"/>
              <a:buFont typeface="Gowun Batang"/>
              <a:buChar char="○"/>
              <a:defRPr sz="5500"/>
            </a:lvl2pPr>
            <a:lvl3pPr lvl="2">
              <a:spcBef>
                <a:spcPts val="0"/>
              </a:spcBef>
              <a:spcAft>
                <a:spcPts val="0"/>
              </a:spcAft>
              <a:buClr>
                <a:schemeClr val="lt1"/>
              </a:buClr>
              <a:buSzPts val="5500"/>
              <a:buFont typeface="Gowun Batang"/>
              <a:buChar char="■"/>
              <a:defRPr sz="5500"/>
            </a:lvl3pPr>
            <a:lvl4pPr lvl="3">
              <a:spcBef>
                <a:spcPts val="0"/>
              </a:spcBef>
              <a:spcAft>
                <a:spcPts val="0"/>
              </a:spcAft>
              <a:buClr>
                <a:schemeClr val="lt1"/>
              </a:buClr>
              <a:buSzPts val="5500"/>
              <a:buFont typeface="Gowun Batang"/>
              <a:buChar char="●"/>
              <a:defRPr sz="5500"/>
            </a:lvl4pPr>
            <a:lvl5pPr lvl="4">
              <a:spcBef>
                <a:spcPts val="0"/>
              </a:spcBef>
              <a:spcAft>
                <a:spcPts val="0"/>
              </a:spcAft>
              <a:buClr>
                <a:schemeClr val="lt1"/>
              </a:buClr>
              <a:buSzPts val="5500"/>
              <a:buFont typeface="Gowun Batang"/>
              <a:buChar char="○"/>
              <a:defRPr sz="5500"/>
            </a:lvl5pPr>
            <a:lvl6pPr lvl="5">
              <a:spcBef>
                <a:spcPts val="0"/>
              </a:spcBef>
              <a:spcAft>
                <a:spcPts val="0"/>
              </a:spcAft>
              <a:buClr>
                <a:schemeClr val="lt1"/>
              </a:buClr>
              <a:buSzPts val="5500"/>
              <a:buFont typeface="Gowun Batang"/>
              <a:buChar char="■"/>
              <a:defRPr sz="5500"/>
            </a:lvl6pPr>
            <a:lvl7pPr lvl="6">
              <a:spcBef>
                <a:spcPts val="0"/>
              </a:spcBef>
              <a:spcAft>
                <a:spcPts val="0"/>
              </a:spcAft>
              <a:buClr>
                <a:schemeClr val="lt1"/>
              </a:buClr>
              <a:buSzPts val="5500"/>
              <a:buFont typeface="Gowun Batang"/>
              <a:buChar char="●"/>
              <a:defRPr sz="5500"/>
            </a:lvl7pPr>
            <a:lvl8pPr lvl="7">
              <a:spcBef>
                <a:spcPts val="0"/>
              </a:spcBef>
              <a:spcAft>
                <a:spcPts val="0"/>
              </a:spcAft>
              <a:buClr>
                <a:schemeClr val="lt1"/>
              </a:buClr>
              <a:buSzPts val="5500"/>
              <a:buFont typeface="Gowun Batang"/>
              <a:buChar char="○"/>
              <a:defRPr sz="5500"/>
            </a:lvl8pPr>
            <a:lvl9pPr lvl="8">
              <a:spcBef>
                <a:spcPts val="0"/>
              </a:spcBef>
              <a:spcAft>
                <a:spcPts val="0"/>
              </a:spcAft>
              <a:buClr>
                <a:schemeClr val="lt1"/>
              </a:buClr>
              <a:buSzPts val="5500"/>
              <a:buFont typeface="Gowun Batang"/>
              <a:buChar char="■"/>
              <a:defRPr sz="5500"/>
            </a:lvl9pPr>
          </a:lstStyle>
          <a:p/>
        </p:txBody>
      </p:sp>
      <p:sp>
        <p:nvSpPr>
          <p:cNvPr id="364" name="Google Shape;364;p18"/>
          <p:cNvSpPr txBox="1"/>
          <p:nvPr>
            <p:ph idx="8" type="subTitle"/>
          </p:nvPr>
        </p:nvSpPr>
        <p:spPr>
          <a:xfrm>
            <a:off x="521250" y="2976675"/>
            <a:ext cx="2880300" cy="450000"/>
          </a:xfrm>
          <a:prstGeom prst="rect">
            <a:avLst/>
          </a:prstGeom>
        </p:spPr>
        <p:txBody>
          <a:bodyPr anchorCtr="0" anchor="t" bIns="54850" lIns="182875" spcFirstLastPara="1" rIns="91425" wrap="square" tIns="91425">
            <a:noAutofit/>
          </a:bodyPr>
          <a:lstStyle>
            <a:lvl1pPr lvl="0">
              <a:spcBef>
                <a:spcPts val="0"/>
              </a:spcBef>
              <a:spcAft>
                <a:spcPts val="0"/>
              </a:spcAft>
              <a:buSzPts val="1200"/>
              <a:buFont typeface="Inter Medium"/>
              <a:buNone/>
              <a:defRPr>
                <a:latin typeface="Inter Medium"/>
                <a:ea typeface="Inter Medium"/>
                <a:cs typeface="Inter Medium"/>
                <a:sym typeface="Inter Medium"/>
              </a:defRPr>
            </a:lvl1pPr>
            <a:lvl2pPr lvl="1">
              <a:spcBef>
                <a:spcPts val="0"/>
              </a:spcBef>
              <a:spcAft>
                <a:spcPts val="0"/>
              </a:spcAft>
              <a:buSzPts val="1200"/>
              <a:buFont typeface="Inter Medium"/>
              <a:buNone/>
              <a:defRPr>
                <a:latin typeface="Inter Medium"/>
                <a:ea typeface="Inter Medium"/>
                <a:cs typeface="Inter Medium"/>
                <a:sym typeface="Inter Medium"/>
              </a:defRPr>
            </a:lvl2pPr>
            <a:lvl3pPr lvl="2">
              <a:spcBef>
                <a:spcPts val="0"/>
              </a:spcBef>
              <a:spcAft>
                <a:spcPts val="0"/>
              </a:spcAft>
              <a:buSzPts val="1200"/>
              <a:buFont typeface="Inter Medium"/>
              <a:buNone/>
              <a:defRPr>
                <a:latin typeface="Inter Medium"/>
                <a:ea typeface="Inter Medium"/>
                <a:cs typeface="Inter Medium"/>
                <a:sym typeface="Inter Medium"/>
              </a:defRPr>
            </a:lvl3pPr>
            <a:lvl4pPr lvl="3">
              <a:spcBef>
                <a:spcPts val="0"/>
              </a:spcBef>
              <a:spcAft>
                <a:spcPts val="0"/>
              </a:spcAft>
              <a:buSzPts val="1200"/>
              <a:buFont typeface="Inter Medium"/>
              <a:buNone/>
              <a:defRPr>
                <a:latin typeface="Inter Medium"/>
                <a:ea typeface="Inter Medium"/>
                <a:cs typeface="Inter Medium"/>
                <a:sym typeface="Inter Medium"/>
              </a:defRPr>
            </a:lvl4pPr>
            <a:lvl5pPr lvl="4">
              <a:spcBef>
                <a:spcPts val="0"/>
              </a:spcBef>
              <a:spcAft>
                <a:spcPts val="0"/>
              </a:spcAft>
              <a:buSzPts val="1200"/>
              <a:buFont typeface="Inter Medium"/>
              <a:buNone/>
              <a:defRPr>
                <a:latin typeface="Inter Medium"/>
                <a:ea typeface="Inter Medium"/>
                <a:cs typeface="Inter Medium"/>
                <a:sym typeface="Inter Medium"/>
              </a:defRPr>
            </a:lvl5pPr>
            <a:lvl6pPr lvl="5">
              <a:spcBef>
                <a:spcPts val="0"/>
              </a:spcBef>
              <a:spcAft>
                <a:spcPts val="0"/>
              </a:spcAft>
              <a:buSzPts val="1200"/>
              <a:buFont typeface="Inter Medium"/>
              <a:buNone/>
              <a:defRPr>
                <a:latin typeface="Inter Medium"/>
                <a:ea typeface="Inter Medium"/>
                <a:cs typeface="Inter Medium"/>
                <a:sym typeface="Inter Medium"/>
              </a:defRPr>
            </a:lvl6pPr>
            <a:lvl7pPr lvl="6">
              <a:spcBef>
                <a:spcPts val="0"/>
              </a:spcBef>
              <a:spcAft>
                <a:spcPts val="0"/>
              </a:spcAft>
              <a:buSzPts val="1200"/>
              <a:buFont typeface="Inter Medium"/>
              <a:buNone/>
              <a:defRPr>
                <a:latin typeface="Inter Medium"/>
                <a:ea typeface="Inter Medium"/>
                <a:cs typeface="Inter Medium"/>
                <a:sym typeface="Inter Medium"/>
              </a:defRPr>
            </a:lvl7pPr>
            <a:lvl8pPr lvl="7">
              <a:spcBef>
                <a:spcPts val="0"/>
              </a:spcBef>
              <a:spcAft>
                <a:spcPts val="0"/>
              </a:spcAft>
              <a:buSzPts val="1200"/>
              <a:buFont typeface="Inter Medium"/>
              <a:buNone/>
              <a:defRPr>
                <a:latin typeface="Inter Medium"/>
                <a:ea typeface="Inter Medium"/>
                <a:cs typeface="Inter Medium"/>
                <a:sym typeface="Inter Medium"/>
              </a:defRPr>
            </a:lvl8pPr>
            <a:lvl9pPr lvl="8">
              <a:spcBef>
                <a:spcPts val="0"/>
              </a:spcBef>
              <a:spcAft>
                <a:spcPts val="0"/>
              </a:spcAft>
              <a:buSzPts val="1200"/>
              <a:buFont typeface="Inter Medium"/>
              <a:buNone/>
              <a:defRPr>
                <a:latin typeface="Inter Medium"/>
                <a:ea typeface="Inter Medium"/>
                <a:cs typeface="Inter Medium"/>
                <a:sym typeface="Inter Medium"/>
              </a:defRPr>
            </a:lvl9pPr>
          </a:lstStyle>
          <a:p/>
        </p:txBody>
      </p:sp>
      <p:sp>
        <p:nvSpPr>
          <p:cNvPr id="365" name="Google Shape;365;p18"/>
          <p:cNvSpPr txBox="1"/>
          <p:nvPr>
            <p:ph idx="9" type="title"/>
          </p:nvPr>
        </p:nvSpPr>
        <p:spPr>
          <a:xfrm>
            <a:off x="3400925" y="1336050"/>
            <a:ext cx="2868000" cy="1332300"/>
          </a:xfrm>
          <a:prstGeom prst="rect">
            <a:avLst/>
          </a:prstGeom>
        </p:spPr>
        <p:txBody>
          <a:bodyPr anchorCtr="0" anchor="b" bIns="274300" lIns="91425" spcFirstLastPara="1" rIns="0" wrap="square" tIns="0">
            <a:normAutofit/>
          </a:bodyPr>
          <a:lstStyle>
            <a:lvl1pPr lvl="0">
              <a:spcBef>
                <a:spcPts val="0"/>
              </a:spcBef>
              <a:spcAft>
                <a:spcPts val="0"/>
              </a:spcAft>
              <a:buClr>
                <a:schemeClr val="lt1"/>
              </a:buClr>
              <a:buSzPts val="5500"/>
              <a:buFont typeface="Gowun Batang"/>
              <a:buChar char="●"/>
              <a:defRPr sz="5500"/>
            </a:lvl1pPr>
            <a:lvl2pPr lvl="1">
              <a:spcBef>
                <a:spcPts val="0"/>
              </a:spcBef>
              <a:spcAft>
                <a:spcPts val="0"/>
              </a:spcAft>
              <a:buClr>
                <a:schemeClr val="lt1"/>
              </a:buClr>
              <a:buSzPts val="5500"/>
              <a:buFont typeface="Gowun Batang"/>
              <a:buChar char="○"/>
              <a:defRPr sz="5500"/>
            </a:lvl2pPr>
            <a:lvl3pPr lvl="2">
              <a:spcBef>
                <a:spcPts val="0"/>
              </a:spcBef>
              <a:spcAft>
                <a:spcPts val="0"/>
              </a:spcAft>
              <a:buClr>
                <a:schemeClr val="lt1"/>
              </a:buClr>
              <a:buSzPts val="5500"/>
              <a:buFont typeface="Gowun Batang"/>
              <a:buChar char="■"/>
              <a:defRPr sz="5500"/>
            </a:lvl3pPr>
            <a:lvl4pPr lvl="3">
              <a:spcBef>
                <a:spcPts val="0"/>
              </a:spcBef>
              <a:spcAft>
                <a:spcPts val="0"/>
              </a:spcAft>
              <a:buClr>
                <a:schemeClr val="lt1"/>
              </a:buClr>
              <a:buSzPts val="5500"/>
              <a:buFont typeface="Gowun Batang"/>
              <a:buChar char="●"/>
              <a:defRPr sz="5500"/>
            </a:lvl4pPr>
            <a:lvl5pPr lvl="4">
              <a:spcBef>
                <a:spcPts val="0"/>
              </a:spcBef>
              <a:spcAft>
                <a:spcPts val="0"/>
              </a:spcAft>
              <a:buClr>
                <a:schemeClr val="lt1"/>
              </a:buClr>
              <a:buSzPts val="5500"/>
              <a:buFont typeface="Gowun Batang"/>
              <a:buChar char="○"/>
              <a:defRPr sz="5500"/>
            </a:lvl5pPr>
            <a:lvl6pPr lvl="5">
              <a:spcBef>
                <a:spcPts val="0"/>
              </a:spcBef>
              <a:spcAft>
                <a:spcPts val="0"/>
              </a:spcAft>
              <a:buClr>
                <a:schemeClr val="lt1"/>
              </a:buClr>
              <a:buSzPts val="5500"/>
              <a:buFont typeface="Gowun Batang"/>
              <a:buChar char="■"/>
              <a:defRPr sz="5500"/>
            </a:lvl6pPr>
            <a:lvl7pPr lvl="6">
              <a:spcBef>
                <a:spcPts val="0"/>
              </a:spcBef>
              <a:spcAft>
                <a:spcPts val="0"/>
              </a:spcAft>
              <a:buClr>
                <a:schemeClr val="lt1"/>
              </a:buClr>
              <a:buSzPts val="5500"/>
              <a:buFont typeface="Gowun Batang"/>
              <a:buChar char="●"/>
              <a:defRPr sz="5500"/>
            </a:lvl7pPr>
            <a:lvl8pPr lvl="7">
              <a:spcBef>
                <a:spcPts val="0"/>
              </a:spcBef>
              <a:spcAft>
                <a:spcPts val="0"/>
              </a:spcAft>
              <a:buClr>
                <a:schemeClr val="lt1"/>
              </a:buClr>
              <a:buSzPts val="5500"/>
              <a:buFont typeface="Gowun Batang"/>
              <a:buChar char="○"/>
              <a:defRPr sz="5500"/>
            </a:lvl8pPr>
            <a:lvl9pPr lvl="8">
              <a:spcBef>
                <a:spcPts val="0"/>
              </a:spcBef>
              <a:spcAft>
                <a:spcPts val="0"/>
              </a:spcAft>
              <a:buClr>
                <a:schemeClr val="lt1"/>
              </a:buClr>
              <a:buSzPts val="5500"/>
              <a:buFont typeface="Gowun Batang"/>
              <a:buChar char="■"/>
              <a:defRPr sz="5500"/>
            </a:lvl9pPr>
          </a:lstStyle>
          <a:p/>
        </p:txBody>
      </p:sp>
      <p:sp>
        <p:nvSpPr>
          <p:cNvPr id="366" name="Google Shape;366;p18"/>
          <p:cNvSpPr txBox="1"/>
          <p:nvPr>
            <p:ph idx="13" type="subTitle"/>
          </p:nvPr>
        </p:nvSpPr>
        <p:spPr>
          <a:xfrm>
            <a:off x="3400925" y="2218875"/>
            <a:ext cx="2869800" cy="450000"/>
          </a:xfrm>
          <a:prstGeom prst="rect">
            <a:avLst/>
          </a:prstGeom>
        </p:spPr>
        <p:txBody>
          <a:bodyPr anchorCtr="0" anchor="t" bIns="54850" lIns="182875" spcFirstLastPara="1" rIns="91425" wrap="square" tIns="91425">
            <a:noAutofit/>
          </a:bodyPr>
          <a:lstStyle>
            <a:lvl1pPr lvl="0">
              <a:spcBef>
                <a:spcPts val="0"/>
              </a:spcBef>
              <a:spcAft>
                <a:spcPts val="0"/>
              </a:spcAft>
              <a:buSzPts val="1200"/>
              <a:buFont typeface="Inter Medium"/>
              <a:buNone/>
              <a:defRPr>
                <a:latin typeface="Inter Medium"/>
                <a:ea typeface="Inter Medium"/>
                <a:cs typeface="Inter Medium"/>
                <a:sym typeface="Inter Medium"/>
              </a:defRPr>
            </a:lvl1pPr>
            <a:lvl2pPr lvl="1">
              <a:spcBef>
                <a:spcPts val="0"/>
              </a:spcBef>
              <a:spcAft>
                <a:spcPts val="0"/>
              </a:spcAft>
              <a:buSzPts val="1200"/>
              <a:buFont typeface="Inter Medium"/>
              <a:buNone/>
              <a:defRPr>
                <a:latin typeface="Inter Medium"/>
                <a:ea typeface="Inter Medium"/>
                <a:cs typeface="Inter Medium"/>
                <a:sym typeface="Inter Medium"/>
              </a:defRPr>
            </a:lvl2pPr>
            <a:lvl3pPr lvl="2">
              <a:spcBef>
                <a:spcPts val="0"/>
              </a:spcBef>
              <a:spcAft>
                <a:spcPts val="0"/>
              </a:spcAft>
              <a:buSzPts val="1200"/>
              <a:buFont typeface="Inter Medium"/>
              <a:buNone/>
              <a:defRPr>
                <a:latin typeface="Inter Medium"/>
                <a:ea typeface="Inter Medium"/>
                <a:cs typeface="Inter Medium"/>
                <a:sym typeface="Inter Medium"/>
              </a:defRPr>
            </a:lvl3pPr>
            <a:lvl4pPr lvl="3">
              <a:spcBef>
                <a:spcPts val="0"/>
              </a:spcBef>
              <a:spcAft>
                <a:spcPts val="0"/>
              </a:spcAft>
              <a:buSzPts val="1200"/>
              <a:buFont typeface="Inter Medium"/>
              <a:buNone/>
              <a:defRPr>
                <a:latin typeface="Inter Medium"/>
                <a:ea typeface="Inter Medium"/>
                <a:cs typeface="Inter Medium"/>
                <a:sym typeface="Inter Medium"/>
              </a:defRPr>
            </a:lvl4pPr>
            <a:lvl5pPr lvl="4">
              <a:spcBef>
                <a:spcPts val="0"/>
              </a:spcBef>
              <a:spcAft>
                <a:spcPts val="0"/>
              </a:spcAft>
              <a:buSzPts val="1200"/>
              <a:buFont typeface="Inter Medium"/>
              <a:buNone/>
              <a:defRPr>
                <a:latin typeface="Inter Medium"/>
                <a:ea typeface="Inter Medium"/>
                <a:cs typeface="Inter Medium"/>
                <a:sym typeface="Inter Medium"/>
              </a:defRPr>
            </a:lvl5pPr>
            <a:lvl6pPr lvl="5">
              <a:spcBef>
                <a:spcPts val="0"/>
              </a:spcBef>
              <a:spcAft>
                <a:spcPts val="0"/>
              </a:spcAft>
              <a:buSzPts val="1200"/>
              <a:buFont typeface="Inter Medium"/>
              <a:buNone/>
              <a:defRPr>
                <a:latin typeface="Inter Medium"/>
                <a:ea typeface="Inter Medium"/>
                <a:cs typeface="Inter Medium"/>
                <a:sym typeface="Inter Medium"/>
              </a:defRPr>
            </a:lvl6pPr>
            <a:lvl7pPr lvl="6">
              <a:spcBef>
                <a:spcPts val="0"/>
              </a:spcBef>
              <a:spcAft>
                <a:spcPts val="0"/>
              </a:spcAft>
              <a:buSzPts val="1200"/>
              <a:buFont typeface="Inter Medium"/>
              <a:buNone/>
              <a:defRPr>
                <a:latin typeface="Inter Medium"/>
                <a:ea typeface="Inter Medium"/>
                <a:cs typeface="Inter Medium"/>
                <a:sym typeface="Inter Medium"/>
              </a:defRPr>
            </a:lvl7pPr>
            <a:lvl8pPr lvl="7">
              <a:spcBef>
                <a:spcPts val="0"/>
              </a:spcBef>
              <a:spcAft>
                <a:spcPts val="0"/>
              </a:spcAft>
              <a:buSzPts val="1200"/>
              <a:buFont typeface="Inter Medium"/>
              <a:buNone/>
              <a:defRPr>
                <a:latin typeface="Inter Medium"/>
                <a:ea typeface="Inter Medium"/>
                <a:cs typeface="Inter Medium"/>
                <a:sym typeface="Inter Medium"/>
              </a:defRPr>
            </a:lvl8pPr>
            <a:lvl9pPr lvl="8">
              <a:spcBef>
                <a:spcPts val="0"/>
              </a:spcBef>
              <a:spcAft>
                <a:spcPts val="0"/>
              </a:spcAft>
              <a:buSzPts val="1200"/>
              <a:buFont typeface="Inter Medium"/>
              <a:buNone/>
              <a:defRPr>
                <a:latin typeface="Inter Medium"/>
                <a:ea typeface="Inter Medium"/>
                <a:cs typeface="Inter Medium"/>
                <a:sym typeface="Inter Medium"/>
              </a:defRPr>
            </a:lvl9pPr>
          </a:lstStyle>
          <a:p/>
        </p:txBody>
      </p:sp>
      <p:sp>
        <p:nvSpPr>
          <p:cNvPr id="367" name="Google Shape;367;p18"/>
          <p:cNvSpPr txBox="1"/>
          <p:nvPr>
            <p:ph idx="14" type="title"/>
          </p:nvPr>
        </p:nvSpPr>
        <p:spPr>
          <a:xfrm>
            <a:off x="6271375" y="1172250"/>
            <a:ext cx="2872800" cy="1281900"/>
          </a:xfrm>
          <a:prstGeom prst="rect">
            <a:avLst/>
          </a:prstGeom>
        </p:spPr>
        <p:txBody>
          <a:bodyPr anchorCtr="0" anchor="b" bIns="274300" lIns="182875" spcFirstLastPara="1" rIns="0" wrap="square" tIns="0">
            <a:normAutofit/>
          </a:bodyPr>
          <a:lstStyle>
            <a:lvl1pPr lvl="0">
              <a:spcBef>
                <a:spcPts val="0"/>
              </a:spcBef>
              <a:spcAft>
                <a:spcPts val="0"/>
              </a:spcAft>
              <a:buClr>
                <a:schemeClr val="lt1"/>
              </a:buClr>
              <a:buSzPts val="5500"/>
              <a:buFont typeface="Gowun Batang"/>
              <a:buChar char="●"/>
              <a:defRPr sz="5500"/>
            </a:lvl1pPr>
            <a:lvl2pPr lvl="1">
              <a:spcBef>
                <a:spcPts val="0"/>
              </a:spcBef>
              <a:spcAft>
                <a:spcPts val="0"/>
              </a:spcAft>
              <a:buClr>
                <a:schemeClr val="lt1"/>
              </a:buClr>
              <a:buSzPts val="5500"/>
              <a:buFont typeface="Gowun Batang"/>
              <a:buChar char="○"/>
              <a:defRPr sz="5500"/>
            </a:lvl2pPr>
            <a:lvl3pPr lvl="2">
              <a:spcBef>
                <a:spcPts val="0"/>
              </a:spcBef>
              <a:spcAft>
                <a:spcPts val="0"/>
              </a:spcAft>
              <a:buClr>
                <a:schemeClr val="lt1"/>
              </a:buClr>
              <a:buSzPts val="5500"/>
              <a:buFont typeface="Gowun Batang"/>
              <a:buChar char="■"/>
              <a:defRPr sz="5500"/>
            </a:lvl3pPr>
            <a:lvl4pPr lvl="3">
              <a:spcBef>
                <a:spcPts val="0"/>
              </a:spcBef>
              <a:spcAft>
                <a:spcPts val="0"/>
              </a:spcAft>
              <a:buClr>
                <a:schemeClr val="lt1"/>
              </a:buClr>
              <a:buSzPts val="5500"/>
              <a:buFont typeface="Gowun Batang"/>
              <a:buChar char="●"/>
              <a:defRPr sz="5500"/>
            </a:lvl4pPr>
            <a:lvl5pPr lvl="4">
              <a:spcBef>
                <a:spcPts val="0"/>
              </a:spcBef>
              <a:spcAft>
                <a:spcPts val="0"/>
              </a:spcAft>
              <a:buClr>
                <a:schemeClr val="lt1"/>
              </a:buClr>
              <a:buSzPts val="5500"/>
              <a:buFont typeface="Gowun Batang"/>
              <a:buChar char="○"/>
              <a:defRPr sz="5500"/>
            </a:lvl5pPr>
            <a:lvl6pPr lvl="5">
              <a:spcBef>
                <a:spcPts val="0"/>
              </a:spcBef>
              <a:spcAft>
                <a:spcPts val="0"/>
              </a:spcAft>
              <a:buClr>
                <a:schemeClr val="lt1"/>
              </a:buClr>
              <a:buSzPts val="5500"/>
              <a:buFont typeface="Gowun Batang"/>
              <a:buChar char="■"/>
              <a:defRPr sz="5500"/>
            </a:lvl6pPr>
            <a:lvl7pPr lvl="6">
              <a:spcBef>
                <a:spcPts val="0"/>
              </a:spcBef>
              <a:spcAft>
                <a:spcPts val="0"/>
              </a:spcAft>
              <a:buClr>
                <a:schemeClr val="lt1"/>
              </a:buClr>
              <a:buSzPts val="5500"/>
              <a:buFont typeface="Gowun Batang"/>
              <a:buChar char="●"/>
              <a:defRPr sz="5500"/>
            </a:lvl7pPr>
            <a:lvl8pPr lvl="7">
              <a:spcBef>
                <a:spcPts val="0"/>
              </a:spcBef>
              <a:spcAft>
                <a:spcPts val="0"/>
              </a:spcAft>
              <a:buClr>
                <a:schemeClr val="lt1"/>
              </a:buClr>
              <a:buSzPts val="5500"/>
              <a:buFont typeface="Gowun Batang"/>
              <a:buChar char="○"/>
              <a:defRPr sz="5500"/>
            </a:lvl8pPr>
            <a:lvl9pPr lvl="8">
              <a:spcBef>
                <a:spcPts val="0"/>
              </a:spcBef>
              <a:spcAft>
                <a:spcPts val="0"/>
              </a:spcAft>
              <a:buClr>
                <a:schemeClr val="lt1"/>
              </a:buClr>
              <a:buSzPts val="5500"/>
              <a:buFont typeface="Gowun Batang"/>
              <a:buChar char="■"/>
              <a:defRPr sz="5500"/>
            </a:lvl9pPr>
          </a:lstStyle>
          <a:p/>
        </p:txBody>
      </p:sp>
      <p:sp>
        <p:nvSpPr>
          <p:cNvPr id="368" name="Google Shape;368;p18"/>
          <p:cNvSpPr txBox="1"/>
          <p:nvPr>
            <p:ph idx="15" type="subTitle"/>
          </p:nvPr>
        </p:nvSpPr>
        <p:spPr>
          <a:xfrm>
            <a:off x="6271375" y="2021749"/>
            <a:ext cx="2874600" cy="432900"/>
          </a:xfrm>
          <a:prstGeom prst="rect">
            <a:avLst/>
          </a:prstGeom>
        </p:spPr>
        <p:txBody>
          <a:bodyPr anchorCtr="0" anchor="t" bIns="54850" lIns="182875" spcFirstLastPara="1" rIns="91425" wrap="square" tIns="91425">
            <a:noAutofit/>
          </a:bodyPr>
          <a:lstStyle>
            <a:lvl1pPr lvl="0">
              <a:spcBef>
                <a:spcPts val="0"/>
              </a:spcBef>
              <a:spcAft>
                <a:spcPts val="0"/>
              </a:spcAft>
              <a:buSzPts val="1200"/>
              <a:buFont typeface="Inter Medium"/>
              <a:buNone/>
              <a:defRPr>
                <a:latin typeface="Inter Medium"/>
                <a:ea typeface="Inter Medium"/>
                <a:cs typeface="Inter Medium"/>
                <a:sym typeface="Inter Medium"/>
              </a:defRPr>
            </a:lvl1pPr>
            <a:lvl2pPr lvl="1">
              <a:spcBef>
                <a:spcPts val="0"/>
              </a:spcBef>
              <a:spcAft>
                <a:spcPts val="0"/>
              </a:spcAft>
              <a:buSzPts val="1200"/>
              <a:buFont typeface="Inter Medium"/>
              <a:buNone/>
              <a:defRPr>
                <a:latin typeface="Inter Medium"/>
                <a:ea typeface="Inter Medium"/>
                <a:cs typeface="Inter Medium"/>
                <a:sym typeface="Inter Medium"/>
              </a:defRPr>
            </a:lvl2pPr>
            <a:lvl3pPr lvl="2">
              <a:spcBef>
                <a:spcPts val="0"/>
              </a:spcBef>
              <a:spcAft>
                <a:spcPts val="0"/>
              </a:spcAft>
              <a:buSzPts val="1200"/>
              <a:buFont typeface="Inter Medium"/>
              <a:buNone/>
              <a:defRPr>
                <a:latin typeface="Inter Medium"/>
                <a:ea typeface="Inter Medium"/>
                <a:cs typeface="Inter Medium"/>
                <a:sym typeface="Inter Medium"/>
              </a:defRPr>
            </a:lvl3pPr>
            <a:lvl4pPr lvl="3">
              <a:spcBef>
                <a:spcPts val="0"/>
              </a:spcBef>
              <a:spcAft>
                <a:spcPts val="0"/>
              </a:spcAft>
              <a:buSzPts val="1200"/>
              <a:buFont typeface="Inter Medium"/>
              <a:buNone/>
              <a:defRPr>
                <a:latin typeface="Inter Medium"/>
                <a:ea typeface="Inter Medium"/>
                <a:cs typeface="Inter Medium"/>
                <a:sym typeface="Inter Medium"/>
              </a:defRPr>
            </a:lvl4pPr>
            <a:lvl5pPr lvl="4">
              <a:spcBef>
                <a:spcPts val="0"/>
              </a:spcBef>
              <a:spcAft>
                <a:spcPts val="0"/>
              </a:spcAft>
              <a:buSzPts val="1200"/>
              <a:buFont typeface="Inter Medium"/>
              <a:buNone/>
              <a:defRPr>
                <a:latin typeface="Inter Medium"/>
                <a:ea typeface="Inter Medium"/>
                <a:cs typeface="Inter Medium"/>
                <a:sym typeface="Inter Medium"/>
              </a:defRPr>
            </a:lvl5pPr>
            <a:lvl6pPr lvl="5">
              <a:spcBef>
                <a:spcPts val="0"/>
              </a:spcBef>
              <a:spcAft>
                <a:spcPts val="0"/>
              </a:spcAft>
              <a:buSzPts val="1200"/>
              <a:buFont typeface="Inter Medium"/>
              <a:buNone/>
              <a:defRPr>
                <a:latin typeface="Inter Medium"/>
                <a:ea typeface="Inter Medium"/>
                <a:cs typeface="Inter Medium"/>
                <a:sym typeface="Inter Medium"/>
              </a:defRPr>
            </a:lvl6pPr>
            <a:lvl7pPr lvl="6">
              <a:spcBef>
                <a:spcPts val="0"/>
              </a:spcBef>
              <a:spcAft>
                <a:spcPts val="0"/>
              </a:spcAft>
              <a:buSzPts val="1200"/>
              <a:buFont typeface="Inter Medium"/>
              <a:buNone/>
              <a:defRPr>
                <a:latin typeface="Inter Medium"/>
                <a:ea typeface="Inter Medium"/>
                <a:cs typeface="Inter Medium"/>
                <a:sym typeface="Inter Medium"/>
              </a:defRPr>
            </a:lvl7pPr>
            <a:lvl8pPr lvl="7">
              <a:spcBef>
                <a:spcPts val="0"/>
              </a:spcBef>
              <a:spcAft>
                <a:spcPts val="0"/>
              </a:spcAft>
              <a:buSzPts val="1200"/>
              <a:buFont typeface="Inter Medium"/>
              <a:buNone/>
              <a:defRPr>
                <a:latin typeface="Inter Medium"/>
                <a:ea typeface="Inter Medium"/>
                <a:cs typeface="Inter Medium"/>
                <a:sym typeface="Inter Medium"/>
              </a:defRPr>
            </a:lvl8pPr>
            <a:lvl9pPr lvl="8">
              <a:spcBef>
                <a:spcPts val="0"/>
              </a:spcBef>
              <a:spcAft>
                <a:spcPts val="0"/>
              </a:spcAft>
              <a:buSzPts val="1200"/>
              <a:buFont typeface="Inter Medium"/>
              <a:buNone/>
              <a:defRPr>
                <a:latin typeface="Inter Medium"/>
                <a:ea typeface="Inter Medium"/>
                <a:cs typeface="Inter Medium"/>
                <a:sym typeface="Inter Medium"/>
              </a:defRPr>
            </a:lvl9pPr>
          </a:lstStyle>
          <a:p/>
        </p:txBody>
      </p:sp>
      <p:sp>
        <p:nvSpPr>
          <p:cNvPr id="369" name="Google Shape;369;p18"/>
          <p:cNvSpPr txBox="1"/>
          <p:nvPr>
            <p:ph idx="16" type="subTitle"/>
          </p:nvPr>
        </p:nvSpPr>
        <p:spPr>
          <a:xfrm>
            <a:off x="6271125" y="2455800"/>
            <a:ext cx="2874600" cy="332400"/>
          </a:xfrm>
          <a:prstGeom prst="rect">
            <a:avLst/>
          </a:prstGeom>
        </p:spPr>
        <p:txBody>
          <a:bodyPr anchorCtr="0" anchor="b" bIns="0" lIns="182875" spcFirstLastPara="1" rIns="91425" wrap="square" tIns="0">
            <a:noAutofit/>
          </a:bodyPr>
          <a:lstStyle>
            <a:lvl1pPr lvl="0">
              <a:spcBef>
                <a:spcPts val="0"/>
              </a:spcBef>
              <a:spcAft>
                <a:spcPts val="0"/>
              </a:spcAft>
              <a:buSzPts val="1200"/>
              <a:buFont typeface="Inter SemiBold"/>
              <a:buNone/>
              <a:defRPr>
                <a:latin typeface="Inter SemiBold"/>
                <a:ea typeface="Inter SemiBold"/>
                <a:cs typeface="Inter SemiBold"/>
                <a:sym typeface="Inter SemiBold"/>
              </a:defRPr>
            </a:lvl1pPr>
            <a:lvl2pPr lvl="1">
              <a:spcBef>
                <a:spcPts val="0"/>
              </a:spcBef>
              <a:spcAft>
                <a:spcPts val="0"/>
              </a:spcAft>
              <a:buSzPts val="1200"/>
              <a:buFont typeface="Inter SemiBold"/>
              <a:buNone/>
              <a:defRPr>
                <a:latin typeface="Inter SemiBold"/>
                <a:ea typeface="Inter SemiBold"/>
                <a:cs typeface="Inter SemiBold"/>
                <a:sym typeface="Inter SemiBold"/>
              </a:defRPr>
            </a:lvl2pPr>
            <a:lvl3pPr lvl="2">
              <a:spcBef>
                <a:spcPts val="0"/>
              </a:spcBef>
              <a:spcAft>
                <a:spcPts val="0"/>
              </a:spcAft>
              <a:buSzPts val="1200"/>
              <a:buFont typeface="Inter SemiBold"/>
              <a:buNone/>
              <a:defRPr>
                <a:latin typeface="Inter SemiBold"/>
                <a:ea typeface="Inter SemiBold"/>
                <a:cs typeface="Inter SemiBold"/>
                <a:sym typeface="Inter SemiBold"/>
              </a:defRPr>
            </a:lvl3pPr>
            <a:lvl4pPr lvl="3">
              <a:spcBef>
                <a:spcPts val="0"/>
              </a:spcBef>
              <a:spcAft>
                <a:spcPts val="0"/>
              </a:spcAft>
              <a:buSzPts val="1200"/>
              <a:buFont typeface="Inter SemiBold"/>
              <a:buNone/>
              <a:defRPr>
                <a:latin typeface="Inter SemiBold"/>
                <a:ea typeface="Inter SemiBold"/>
                <a:cs typeface="Inter SemiBold"/>
                <a:sym typeface="Inter SemiBold"/>
              </a:defRPr>
            </a:lvl4pPr>
            <a:lvl5pPr lvl="4">
              <a:spcBef>
                <a:spcPts val="0"/>
              </a:spcBef>
              <a:spcAft>
                <a:spcPts val="0"/>
              </a:spcAft>
              <a:buSzPts val="1200"/>
              <a:buFont typeface="Inter SemiBold"/>
              <a:buNone/>
              <a:defRPr>
                <a:latin typeface="Inter SemiBold"/>
                <a:ea typeface="Inter SemiBold"/>
                <a:cs typeface="Inter SemiBold"/>
                <a:sym typeface="Inter SemiBold"/>
              </a:defRPr>
            </a:lvl5pPr>
            <a:lvl6pPr lvl="5">
              <a:spcBef>
                <a:spcPts val="0"/>
              </a:spcBef>
              <a:spcAft>
                <a:spcPts val="0"/>
              </a:spcAft>
              <a:buSzPts val="1200"/>
              <a:buFont typeface="Inter SemiBold"/>
              <a:buNone/>
              <a:defRPr>
                <a:latin typeface="Inter SemiBold"/>
                <a:ea typeface="Inter SemiBold"/>
                <a:cs typeface="Inter SemiBold"/>
                <a:sym typeface="Inter SemiBold"/>
              </a:defRPr>
            </a:lvl6pPr>
            <a:lvl7pPr lvl="6">
              <a:spcBef>
                <a:spcPts val="0"/>
              </a:spcBef>
              <a:spcAft>
                <a:spcPts val="0"/>
              </a:spcAft>
              <a:buSzPts val="1200"/>
              <a:buFont typeface="Inter SemiBold"/>
              <a:buNone/>
              <a:defRPr>
                <a:latin typeface="Inter SemiBold"/>
                <a:ea typeface="Inter SemiBold"/>
                <a:cs typeface="Inter SemiBold"/>
                <a:sym typeface="Inter SemiBold"/>
              </a:defRPr>
            </a:lvl7pPr>
            <a:lvl8pPr lvl="7">
              <a:spcBef>
                <a:spcPts val="0"/>
              </a:spcBef>
              <a:spcAft>
                <a:spcPts val="0"/>
              </a:spcAft>
              <a:buSzPts val="1200"/>
              <a:buFont typeface="Inter SemiBold"/>
              <a:buNone/>
              <a:defRPr>
                <a:latin typeface="Inter SemiBold"/>
                <a:ea typeface="Inter SemiBold"/>
                <a:cs typeface="Inter SemiBold"/>
                <a:sym typeface="Inter SemiBold"/>
              </a:defRPr>
            </a:lvl8pPr>
            <a:lvl9pPr lvl="8">
              <a:spcBef>
                <a:spcPts val="0"/>
              </a:spcBef>
              <a:spcAft>
                <a:spcPts val="0"/>
              </a:spcAft>
              <a:buSzPts val="1200"/>
              <a:buFont typeface="Inter SemiBold"/>
              <a:buNone/>
              <a:defRPr>
                <a:latin typeface="Inter SemiBold"/>
                <a:ea typeface="Inter SemiBold"/>
                <a:cs typeface="Inter SemiBold"/>
                <a:sym typeface="Inter SemiBold"/>
              </a:defRPr>
            </a:lvl9pPr>
          </a:lstStyle>
          <a:p/>
        </p:txBody>
      </p:sp>
      <p:sp>
        <p:nvSpPr>
          <p:cNvPr id="370" name="Google Shape;370;p18"/>
          <p:cNvSpPr txBox="1"/>
          <p:nvPr>
            <p:ph idx="17" type="subTitle"/>
          </p:nvPr>
        </p:nvSpPr>
        <p:spPr>
          <a:xfrm>
            <a:off x="6271125" y="2840775"/>
            <a:ext cx="2874600" cy="184800"/>
          </a:xfrm>
          <a:prstGeom prst="rect">
            <a:avLst/>
          </a:prstGeom>
        </p:spPr>
        <p:txBody>
          <a:bodyPr anchorCtr="0" anchor="b" bIns="0" lIns="182875" spcFirstLastPara="1" rIns="91425" wrap="square" tIns="0">
            <a:noAutofit/>
          </a:bodyPr>
          <a:lstStyle>
            <a:lvl1pPr lvl="0">
              <a:spcBef>
                <a:spcPts val="0"/>
              </a:spcBef>
              <a:spcAft>
                <a:spcPts val="0"/>
              </a:spcAft>
              <a:buSzPts val="1200"/>
              <a:buFont typeface="Inter"/>
              <a:buNone/>
              <a:defRPr/>
            </a:lvl1pPr>
            <a:lvl2pPr lvl="1">
              <a:spcBef>
                <a:spcPts val="0"/>
              </a:spcBef>
              <a:spcAft>
                <a:spcPts val="0"/>
              </a:spcAft>
              <a:buSzPts val="1200"/>
              <a:buFont typeface="Inter"/>
              <a:buNone/>
              <a:defRPr/>
            </a:lvl2pPr>
            <a:lvl3pPr lvl="2">
              <a:spcBef>
                <a:spcPts val="0"/>
              </a:spcBef>
              <a:spcAft>
                <a:spcPts val="0"/>
              </a:spcAft>
              <a:buSzPts val="1200"/>
              <a:buFont typeface="Inter"/>
              <a:buNone/>
              <a:defRPr/>
            </a:lvl3pPr>
            <a:lvl4pPr lvl="3">
              <a:spcBef>
                <a:spcPts val="0"/>
              </a:spcBef>
              <a:spcAft>
                <a:spcPts val="0"/>
              </a:spcAft>
              <a:buSzPts val="1200"/>
              <a:buFont typeface="Inter"/>
              <a:buNone/>
              <a:defRPr/>
            </a:lvl4pPr>
            <a:lvl5pPr lvl="4">
              <a:spcBef>
                <a:spcPts val="0"/>
              </a:spcBef>
              <a:spcAft>
                <a:spcPts val="0"/>
              </a:spcAft>
              <a:buSzPts val="1200"/>
              <a:buFont typeface="Inter"/>
              <a:buNone/>
              <a:defRPr/>
            </a:lvl5pPr>
            <a:lvl6pPr lvl="5">
              <a:spcBef>
                <a:spcPts val="0"/>
              </a:spcBef>
              <a:spcAft>
                <a:spcPts val="0"/>
              </a:spcAft>
              <a:buSzPts val="1200"/>
              <a:buFont typeface="Inter"/>
              <a:buNone/>
              <a:defRPr/>
            </a:lvl6pPr>
            <a:lvl7pPr lvl="6">
              <a:spcBef>
                <a:spcPts val="0"/>
              </a:spcBef>
              <a:spcAft>
                <a:spcPts val="0"/>
              </a:spcAft>
              <a:buSzPts val="1200"/>
              <a:buFont typeface="Inter"/>
              <a:buNone/>
              <a:defRPr/>
            </a:lvl7pPr>
            <a:lvl8pPr lvl="7">
              <a:spcBef>
                <a:spcPts val="0"/>
              </a:spcBef>
              <a:spcAft>
                <a:spcPts val="0"/>
              </a:spcAft>
              <a:buSzPts val="1200"/>
              <a:buFont typeface="Inter"/>
              <a:buNone/>
              <a:defRPr/>
            </a:lvl8pPr>
            <a:lvl9pPr lvl="8">
              <a:spcBef>
                <a:spcPts val="0"/>
              </a:spcBef>
              <a:spcAft>
                <a:spcPts val="0"/>
              </a:spcAft>
              <a:buSzPts val="1200"/>
              <a:buFont typeface="Inter"/>
              <a:buNone/>
              <a:defRPr/>
            </a:lvl9pPr>
          </a:lstStyle>
          <a:p/>
        </p:txBody>
      </p:sp>
      <p:sp>
        <p:nvSpPr>
          <p:cNvPr id="371" name="Google Shape;371;p18"/>
          <p:cNvSpPr txBox="1"/>
          <p:nvPr>
            <p:ph idx="18" type="title"/>
          </p:nvPr>
        </p:nvSpPr>
        <p:spPr>
          <a:xfrm>
            <a:off x="6271375" y="4552825"/>
            <a:ext cx="2872800" cy="335100"/>
          </a:xfrm>
          <a:prstGeom prst="rect">
            <a:avLst/>
          </a:prstGeom>
        </p:spPr>
        <p:txBody>
          <a:bodyPr anchorCtr="0" anchor="b" bIns="91425" lIns="182875" spcFirstLastPara="1" rIns="91425" wrap="square" tIns="91425">
            <a:noAutofit/>
          </a:bodyPr>
          <a:lstStyle>
            <a:lvl1pPr lvl="0">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9pPr>
          </a:lstStyle>
          <a:p/>
        </p:txBody>
      </p:sp>
      <p:sp>
        <p:nvSpPr>
          <p:cNvPr id="372" name="Google Shape;372;p18"/>
          <p:cNvSpPr txBox="1"/>
          <p:nvPr>
            <p:ph idx="19" type="title"/>
          </p:nvPr>
        </p:nvSpPr>
        <p:spPr>
          <a:xfrm>
            <a:off x="3401750" y="4552825"/>
            <a:ext cx="2868000" cy="335100"/>
          </a:xfrm>
          <a:prstGeom prst="rect">
            <a:avLst/>
          </a:prstGeom>
        </p:spPr>
        <p:txBody>
          <a:bodyPr anchorCtr="0" anchor="b" bIns="91425" lIns="182875" spcFirstLastPara="1" rIns="91425" wrap="square" tIns="91425">
            <a:noAutofit/>
          </a:bodyPr>
          <a:lstStyle>
            <a:lvl1pPr lvl="0">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9pPr>
          </a:lstStyle>
          <a:p/>
        </p:txBody>
      </p:sp>
      <p:sp>
        <p:nvSpPr>
          <p:cNvPr id="373" name="Google Shape;373;p18"/>
          <p:cNvSpPr txBox="1"/>
          <p:nvPr>
            <p:ph idx="20" type="title"/>
          </p:nvPr>
        </p:nvSpPr>
        <p:spPr>
          <a:xfrm>
            <a:off x="521625" y="4552825"/>
            <a:ext cx="2878500" cy="335100"/>
          </a:xfrm>
          <a:prstGeom prst="rect">
            <a:avLst/>
          </a:prstGeom>
        </p:spPr>
        <p:txBody>
          <a:bodyPr anchorCtr="0" anchor="b" bIns="91425" lIns="182875" spcFirstLastPara="1" rIns="91425" wrap="square" tIns="91425">
            <a:noAutofit/>
          </a:bodyPr>
          <a:lstStyle>
            <a:lvl1pPr lvl="0">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Priorities">
  <p:cSld name="CUSTOM_5">
    <p:bg>
      <p:bgPr>
        <a:solidFill>
          <a:schemeClr val="lt1"/>
        </a:solidFill>
      </p:bgPr>
    </p:bg>
    <p:spTree>
      <p:nvGrpSpPr>
        <p:cNvPr id="374" name="Shape 374"/>
        <p:cNvGrpSpPr/>
        <p:nvPr/>
      </p:nvGrpSpPr>
      <p:grpSpPr>
        <a:xfrm>
          <a:off x="0" y="0"/>
          <a:ext cx="0" cy="0"/>
          <a:chOff x="0" y="0"/>
          <a:chExt cx="0" cy="0"/>
        </a:xfrm>
      </p:grpSpPr>
      <p:sp>
        <p:nvSpPr>
          <p:cNvPr id="375" name="Google Shape;375;p19"/>
          <p:cNvSpPr txBox="1"/>
          <p:nvPr>
            <p:ph idx="1" type="body"/>
          </p:nvPr>
        </p:nvSpPr>
        <p:spPr>
          <a:xfrm>
            <a:off x="1043525" y="2532675"/>
            <a:ext cx="1958400" cy="1001400"/>
          </a:xfrm>
          <a:prstGeom prst="rect">
            <a:avLst/>
          </a:prstGeom>
        </p:spPr>
        <p:txBody>
          <a:bodyPr anchorCtr="0" anchor="t" bIns="91425" lIns="182875" spcFirstLastPara="1" rIns="137150" wrap="square" tIns="0">
            <a:no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cxnSp>
        <p:nvCxnSpPr>
          <p:cNvPr id="376" name="Google Shape;376;p19"/>
          <p:cNvCxnSpPr/>
          <p:nvPr/>
        </p:nvCxnSpPr>
        <p:spPr>
          <a:xfrm>
            <a:off x="8622700" y="334950"/>
            <a:ext cx="0" cy="4805700"/>
          </a:xfrm>
          <a:prstGeom prst="straightConnector1">
            <a:avLst/>
          </a:prstGeom>
          <a:noFill/>
          <a:ln cap="flat" cmpd="sng" w="9525">
            <a:solidFill>
              <a:schemeClr val="accent6"/>
            </a:solidFill>
            <a:prstDash val="solid"/>
            <a:round/>
            <a:headEnd len="sm" w="sm" type="none"/>
            <a:tailEnd len="sm" w="sm" type="none"/>
          </a:ln>
        </p:spPr>
      </p:cxnSp>
      <p:sp>
        <p:nvSpPr>
          <p:cNvPr id="377" name="Google Shape;377;p19"/>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378" name="Google Shape;378;p19"/>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379" name="Google Shape;379;p19"/>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380" name="Google Shape;380;p19"/>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381" name="Google Shape;381;p19"/>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382" name="Google Shape;382;p19"/>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383" name="Google Shape;383;p19"/>
          <p:cNvSpPr txBox="1"/>
          <p:nvPr>
            <p:ph type="title"/>
          </p:nvPr>
        </p:nvSpPr>
        <p:spPr>
          <a:xfrm>
            <a:off x="3003325" y="61520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4" name="Google Shape;384;p19"/>
          <p:cNvSpPr txBox="1"/>
          <p:nvPr>
            <p:ph idx="5" type="title"/>
          </p:nvPr>
        </p:nvSpPr>
        <p:spPr>
          <a:xfrm>
            <a:off x="3003325" y="96195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5" name="Google Shape;385;p19"/>
          <p:cNvSpPr txBox="1"/>
          <p:nvPr>
            <p:ph idx="6" type="title"/>
          </p:nvPr>
        </p:nvSpPr>
        <p:spPr>
          <a:xfrm>
            <a:off x="3003325" y="131080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6" name="Google Shape;386;p19"/>
          <p:cNvSpPr txBox="1"/>
          <p:nvPr>
            <p:ph idx="7" type="title"/>
          </p:nvPr>
        </p:nvSpPr>
        <p:spPr>
          <a:xfrm>
            <a:off x="3003325" y="382075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7" name="Google Shape;387;p19"/>
          <p:cNvSpPr txBox="1"/>
          <p:nvPr>
            <p:ph idx="8" type="title"/>
          </p:nvPr>
        </p:nvSpPr>
        <p:spPr>
          <a:xfrm>
            <a:off x="3003325" y="416750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8" name="Google Shape;388;p19"/>
          <p:cNvSpPr txBox="1"/>
          <p:nvPr>
            <p:ph idx="9" type="title"/>
          </p:nvPr>
        </p:nvSpPr>
        <p:spPr>
          <a:xfrm>
            <a:off x="3003325" y="451635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9" name="Google Shape;389;p19"/>
          <p:cNvSpPr txBox="1"/>
          <p:nvPr>
            <p:ph idx="13" type="title"/>
          </p:nvPr>
        </p:nvSpPr>
        <p:spPr>
          <a:xfrm>
            <a:off x="3003325" y="2226263"/>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90" name="Google Shape;390;p19"/>
          <p:cNvSpPr txBox="1"/>
          <p:nvPr>
            <p:ph idx="14" type="title"/>
          </p:nvPr>
        </p:nvSpPr>
        <p:spPr>
          <a:xfrm>
            <a:off x="3003325" y="2573013"/>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91" name="Google Shape;391;p19"/>
          <p:cNvSpPr txBox="1"/>
          <p:nvPr>
            <p:ph idx="15" type="title"/>
          </p:nvPr>
        </p:nvSpPr>
        <p:spPr>
          <a:xfrm>
            <a:off x="3003325" y="2921863"/>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92" name="Google Shape;392;p19"/>
          <p:cNvSpPr txBox="1"/>
          <p:nvPr>
            <p:ph idx="16" type="subTitle"/>
          </p:nvPr>
        </p:nvSpPr>
        <p:spPr>
          <a:xfrm>
            <a:off x="5824413" y="613050"/>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3" name="Google Shape;393;p19"/>
          <p:cNvSpPr txBox="1"/>
          <p:nvPr>
            <p:ph idx="17" type="subTitle"/>
          </p:nvPr>
        </p:nvSpPr>
        <p:spPr>
          <a:xfrm>
            <a:off x="5824413" y="961950"/>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4" name="Google Shape;394;p19"/>
          <p:cNvSpPr txBox="1"/>
          <p:nvPr>
            <p:ph idx="18" type="subTitle"/>
          </p:nvPr>
        </p:nvSpPr>
        <p:spPr>
          <a:xfrm>
            <a:off x="5824413" y="1310775"/>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5" name="Google Shape;395;p19"/>
          <p:cNvSpPr txBox="1"/>
          <p:nvPr>
            <p:ph idx="19" type="subTitle"/>
          </p:nvPr>
        </p:nvSpPr>
        <p:spPr>
          <a:xfrm>
            <a:off x="5824413" y="2225213"/>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6" name="Google Shape;396;p19"/>
          <p:cNvSpPr txBox="1"/>
          <p:nvPr>
            <p:ph idx="20" type="subTitle"/>
          </p:nvPr>
        </p:nvSpPr>
        <p:spPr>
          <a:xfrm>
            <a:off x="5824413" y="2574113"/>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7" name="Google Shape;397;p19"/>
          <p:cNvSpPr txBox="1"/>
          <p:nvPr>
            <p:ph idx="21" type="subTitle"/>
          </p:nvPr>
        </p:nvSpPr>
        <p:spPr>
          <a:xfrm>
            <a:off x="5824413" y="2922938"/>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8" name="Google Shape;398;p19"/>
          <p:cNvSpPr txBox="1"/>
          <p:nvPr>
            <p:ph idx="22" type="subTitle"/>
          </p:nvPr>
        </p:nvSpPr>
        <p:spPr>
          <a:xfrm>
            <a:off x="5824413" y="3818625"/>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9" name="Google Shape;399;p19"/>
          <p:cNvSpPr txBox="1"/>
          <p:nvPr>
            <p:ph idx="23" type="subTitle"/>
          </p:nvPr>
        </p:nvSpPr>
        <p:spPr>
          <a:xfrm>
            <a:off x="5824413" y="4167525"/>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00" name="Google Shape;400;p19"/>
          <p:cNvSpPr txBox="1"/>
          <p:nvPr>
            <p:ph idx="24" type="subTitle"/>
          </p:nvPr>
        </p:nvSpPr>
        <p:spPr>
          <a:xfrm>
            <a:off x="5824413" y="4516350"/>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01" name="Google Shape;401;p19"/>
          <p:cNvSpPr txBox="1"/>
          <p:nvPr>
            <p:ph idx="25" type="title"/>
          </p:nvPr>
        </p:nvSpPr>
        <p:spPr>
          <a:xfrm>
            <a:off x="1045225" y="3545525"/>
            <a:ext cx="1958400" cy="519600"/>
          </a:xfrm>
          <a:prstGeom prst="rect">
            <a:avLst/>
          </a:prstGeom>
        </p:spPr>
        <p:txBody>
          <a:bodyPr anchorCtr="0" anchor="b" bIns="0" lIns="182875" spcFirstLastPara="1" rIns="182875" wrap="square" tIns="91425">
            <a:no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402" name="Google Shape;402;p19"/>
          <p:cNvSpPr txBox="1"/>
          <p:nvPr>
            <p:ph idx="26" type="body"/>
          </p:nvPr>
        </p:nvSpPr>
        <p:spPr>
          <a:xfrm>
            <a:off x="1043525" y="4174000"/>
            <a:ext cx="1958400" cy="959100"/>
          </a:xfrm>
          <a:prstGeom prst="rect">
            <a:avLst/>
          </a:prstGeom>
        </p:spPr>
        <p:txBody>
          <a:bodyPr anchorCtr="0" anchor="t" bIns="91425" lIns="182875" spcFirstLastPara="1" rIns="137150" wrap="square" tIns="0">
            <a:no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sp>
        <p:nvSpPr>
          <p:cNvPr id="403" name="Google Shape;403;p19"/>
          <p:cNvSpPr txBox="1"/>
          <p:nvPr>
            <p:ph idx="27" type="title"/>
          </p:nvPr>
        </p:nvSpPr>
        <p:spPr>
          <a:xfrm>
            <a:off x="1045225" y="350525"/>
            <a:ext cx="1958400" cy="519600"/>
          </a:xfrm>
          <a:prstGeom prst="rect">
            <a:avLst/>
          </a:prstGeom>
        </p:spPr>
        <p:txBody>
          <a:bodyPr anchorCtr="0" anchor="b" bIns="0" lIns="182875" spcFirstLastPara="1" rIns="182875" wrap="square" tIns="91425">
            <a:no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404" name="Google Shape;404;p19"/>
          <p:cNvSpPr txBox="1"/>
          <p:nvPr>
            <p:ph idx="28" type="title"/>
          </p:nvPr>
        </p:nvSpPr>
        <p:spPr>
          <a:xfrm>
            <a:off x="1045225" y="1945600"/>
            <a:ext cx="1958400" cy="519600"/>
          </a:xfrm>
          <a:prstGeom prst="rect">
            <a:avLst/>
          </a:prstGeom>
        </p:spPr>
        <p:txBody>
          <a:bodyPr anchorCtr="0" anchor="b" bIns="0" lIns="182875" spcFirstLastPara="1" rIns="182875" wrap="square" tIns="91425">
            <a:noAutofit/>
          </a:bodyPr>
          <a:lstStyle>
            <a:lvl1pPr lvl="0">
              <a:spcBef>
                <a:spcPts val="0"/>
              </a:spcBef>
              <a:spcAft>
                <a:spcPts val="0"/>
              </a:spcAft>
              <a:buSzPts val="2400"/>
              <a:buFont typeface="Gowun Batang"/>
              <a:buNone/>
              <a:defRPr sz="2400"/>
            </a:lvl1pPr>
            <a:lvl2pPr lvl="1">
              <a:spcBef>
                <a:spcPts val="0"/>
              </a:spcBef>
              <a:spcAft>
                <a:spcPts val="0"/>
              </a:spcAft>
              <a:buSzPts val="2400"/>
              <a:buFont typeface="Gowun Batang"/>
              <a:buNone/>
              <a:defRPr sz="2400"/>
            </a:lvl2pPr>
            <a:lvl3pPr lvl="2">
              <a:spcBef>
                <a:spcPts val="0"/>
              </a:spcBef>
              <a:spcAft>
                <a:spcPts val="0"/>
              </a:spcAft>
              <a:buSzPts val="2400"/>
              <a:buFont typeface="Gowun Batang"/>
              <a:buNone/>
              <a:defRPr sz="2400"/>
            </a:lvl3pPr>
            <a:lvl4pPr lvl="3">
              <a:spcBef>
                <a:spcPts val="0"/>
              </a:spcBef>
              <a:spcAft>
                <a:spcPts val="0"/>
              </a:spcAft>
              <a:buSzPts val="2400"/>
              <a:buFont typeface="Gowun Batang"/>
              <a:buNone/>
              <a:defRPr sz="2400"/>
            </a:lvl4pPr>
            <a:lvl5pPr lvl="4">
              <a:spcBef>
                <a:spcPts val="0"/>
              </a:spcBef>
              <a:spcAft>
                <a:spcPts val="0"/>
              </a:spcAft>
              <a:buSzPts val="2400"/>
              <a:buFont typeface="Gowun Batang"/>
              <a:buNone/>
              <a:defRPr sz="2400"/>
            </a:lvl5pPr>
            <a:lvl6pPr lvl="5">
              <a:spcBef>
                <a:spcPts val="0"/>
              </a:spcBef>
              <a:spcAft>
                <a:spcPts val="0"/>
              </a:spcAft>
              <a:buSzPts val="2400"/>
              <a:buFont typeface="Gowun Batang"/>
              <a:buNone/>
              <a:defRPr sz="2400"/>
            </a:lvl6pPr>
            <a:lvl7pPr lvl="6">
              <a:spcBef>
                <a:spcPts val="0"/>
              </a:spcBef>
              <a:spcAft>
                <a:spcPts val="0"/>
              </a:spcAft>
              <a:buSzPts val="2400"/>
              <a:buFont typeface="Gowun Batang"/>
              <a:buNone/>
              <a:defRPr sz="2400"/>
            </a:lvl7pPr>
            <a:lvl8pPr lvl="7">
              <a:spcBef>
                <a:spcPts val="0"/>
              </a:spcBef>
              <a:spcAft>
                <a:spcPts val="0"/>
              </a:spcAft>
              <a:buSzPts val="2400"/>
              <a:buFont typeface="Gowun Batang"/>
              <a:buNone/>
              <a:defRPr sz="2400"/>
            </a:lvl8pPr>
            <a:lvl9pPr lvl="8">
              <a:spcBef>
                <a:spcPts val="0"/>
              </a:spcBef>
              <a:spcAft>
                <a:spcPts val="0"/>
              </a:spcAft>
              <a:buSzPts val="2400"/>
              <a:buFont typeface="Gowun Batang"/>
              <a:buNone/>
              <a:defRPr sz="2400"/>
            </a:lvl9pPr>
          </a:lstStyle>
          <a:p/>
        </p:txBody>
      </p:sp>
      <p:sp>
        <p:nvSpPr>
          <p:cNvPr id="405" name="Google Shape;405;p19"/>
          <p:cNvSpPr txBox="1"/>
          <p:nvPr>
            <p:ph idx="29" type="body"/>
          </p:nvPr>
        </p:nvSpPr>
        <p:spPr>
          <a:xfrm>
            <a:off x="1043513" y="962025"/>
            <a:ext cx="1958400" cy="972900"/>
          </a:xfrm>
          <a:prstGeom prst="rect">
            <a:avLst/>
          </a:prstGeom>
        </p:spPr>
        <p:txBody>
          <a:bodyPr anchorCtr="0" anchor="t" bIns="91425" lIns="182875" spcFirstLastPara="1" rIns="137150" wrap="square" tIns="0">
            <a:no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olutions">
  <p:cSld name="CUSTOM_6">
    <p:bg>
      <p:bgPr>
        <a:solidFill>
          <a:schemeClr val="lt2"/>
        </a:solidFill>
      </p:bgPr>
    </p:bg>
    <p:spTree>
      <p:nvGrpSpPr>
        <p:cNvPr id="406" name="Shape 406"/>
        <p:cNvGrpSpPr/>
        <p:nvPr/>
      </p:nvGrpSpPr>
      <p:grpSpPr>
        <a:xfrm>
          <a:off x="0" y="0"/>
          <a:ext cx="0" cy="0"/>
          <a:chOff x="0" y="0"/>
          <a:chExt cx="0" cy="0"/>
        </a:xfrm>
      </p:grpSpPr>
      <p:sp>
        <p:nvSpPr>
          <p:cNvPr id="407" name="Google Shape;407;p20"/>
          <p:cNvSpPr txBox="1"/>
          <p:nvPr>
            <p:ph type="title"/>
          </p:nvPr>
        </p:nvSpPr>
        <p:spPr>
          <a:xfrm>
            <a:off x="5481500" y="3864550"/>
            <a:ext cx="498300" cy="6366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SemiBold"/>
              <a:buChar char="●"/>
              <a:defRPr sz="1500">
                <a:latin typeface="Inter SemiBold"/>
                <a:ea typeface="Inter SemiBold"/>
                <a:cs typeface="Inter SemiBold"/>
                <a:sym typeface="Inter SemiBold"/>
              </a:defRPr>
            </a:lvl1pPr>
            <a:lvl2pPr lvl="1" algn="ctr">
              <a:spcBef>
                <a:spcPts val="0"/>
              </a:spcBef>
              <a:spcAft>
                <a:spcPts val="0"/>
              </a:spcAft>
              <a:buClr>
                <a:schemeClr val="lt1"/>
              </a:buClr>
              <a:buSzPts val="1500"/>
              <a:buFont typeface="Inter"/>
              <a:buChar char="○"/>
              <a:defRPr sz="1500">
                <a:latin typeface="Inter"/>
                <a:ea typeface="Inter"/>
                <a:cs typeface="Inter"/>
                <a:sym typeface="Inter"/>
              </a:defRPr>
            </a:lvl2pPr>
            <a:lvl3pPr lvl="2" algn="ctr">
              <a:spcBef>
                <a:spcPts val="0"/>
              </a:spcBef>
              <a:spcAft>
                <a:spcPts val="0"/>
              </a:spcAft>
              <a:buClr>
                <a:schemeClr val="lt1"/>
              </a:buClr>
              <a:buSzPts val="1500"/>
              <a:buFont typeface="Inter"/>
              <a:buChar char="■"/>
              <a:defRPr sz="1500">
                <a:latin typeface="Inter"/>
                <a:ea typeface="Inter"/>
                <a:cs typeface="Inter"/>
                <a:sym typeface="Inter"/>
              </a:defRPr>
            </a:lvl3pPr>
            <a:lvl4pPr lvl="3" algn="ctr">
              <a:spcBef>
                <a:spcPts val="0"/>
              </a:spcBef>
              <a:spcAft>
                <a:spcPts val="0"/>
              </a:spcAft>
              <a:buClr>
                <a:schemeClr val="lt1"/>
              </a:buClr>
              <a:buSzPts val="1500"/>
              <a:buFont typeface="Inter"/>
              <a:buChar char="●"/>
              <a:defRPr sz="1500">
                <a:latin typeface="Inter"/>
                <a:ea typeface="Inter"/>
                <a:cs typeface="Inter"/>
                <a:sym typeface="Inter"/>
              </a:defRPr>
            </a:lvl4pPr>
            <a:lvl5pPr lvl="4" algn="ctr">
              <a:spcBef>
                <a:spcPts val="0"/>
              </a:spcBef>
              <a:spcAft>
                <a:spcPts val="0"/>
              </a:spcAft>
              <a:buClr>
                <a:schemeClr val="lt1"/>
              </a:buClr>
              <a:buSzPts val="1500"/>
              <a:buFont typeface="Inter"/>
              <a:buChar char="○"/>
              <a:defRPr sz="1500">
                <a:latin typeface="Inter"/>
                <a:ea typeface="Inter"/>
                <a:cs typeface="Inter"/>
                <a:sym typeface="Inter"/>
              </a:defRPr>
            </a:lvl5pPr>
            <a:lvl6pPr lvl="5" algn="ctr">
              <a:spcBef>
                <a:spcPts val="0"/>
              </a:spcBef>
              <a:spcAft>
                <a:spcPts val="0"/>
              </a:spcAft>
              <a:buClr>
                <a:schemeClr val="lt1"/>
              </a:buClr>
              <a:buSzPts val="1500"/>
              <a:buFont typeface="Inter"/>
              <a:buChar char="■"/>
              <a:defRPr sz="1500">
                <a:latin typeface="Inter"/>
                <a:ea typeface="Inter"/>
                <a:cs typeface="Inter"/>
                <a:sym typeface="Inter"/>
              </a:defRPr>
            </a:lvl6pPr>
            <a:lvl7pPr lvl="6" algn="ctr">
              <a:spcBef>
                <a:spcPts val="0"/>
              </a:spcBef>
              <a:spcAft>
                <a:spcPts val="0"/>
              </a:spcAft>
              <a:buClr>
                <a:schemeClr val="lt1"/>
              </a:buClr>
              <a:buSzPts val="1500"/>
              <a:buFont typeface="Inter"/>
              <a:buChar char="●"/>
              <a:defRPr sz="1500">
                <a:latin typeface="Inter"/>
                <a:ea typeface="Inter"/>
                <a:cs typeface="Inter"/>
                <a:sym typeface="Inter"/>
              </a:defRPr>
            </a:lvl7pPr>
            <a:lvl8pPr lvl="7" algn="ctr">
              <a:spcBef>
                <a:spcPts val="0"/>
              </a:spcBef>
              <a:spcAft>
                <a:spcPts val="0"/>
              </a:spcAft>
              <a:buClr>
                <a:schemeClr val="lt1"/>
              </a:buClr>
              <a:buSzPts val="1500"/>
              <a:buFont typeface="Inter"/>
              <a:buChar char="○"/>
              <a:defRPr sz="1500">
                <a:latin typeface="Inter"/>
                <a:ea typeface="Inter"/>
                <a:cs typeface="Inter"/>
                <a:sym typeface="Inter"/>
              </a:defRPr>
            </a:lvl8pPr>
            <a:lvl9pPr lvl="8" algn="ctr">
              <a:spcBef>
                <a:spcPts val="0"/>
              </a:spcBef>
              <a:spcAft>
                <a:spcPts val="0"/>
              </a:spcAft>
              <a:buClr>
                <a:schemeClr val="lt1"/>
              </a:buClr>
              <a:buSzPts val="1500"/>
              <a:buFont typeface="Inter"/>
              <a:buChar char="■"/>
              <a:defRPr sz="1500">
                <a:latin typeface="Inter"/>
                <a:ea typeface="Inter"/>
                <a:cs typeface="Inter"/>
                <a:sym typeface="Inter"/>
              </a:defRPr>
            </a:lvl9pPr>
          </a:lstStyle>
          <a:p/>
        </p:txBody>
      </p:sp>
      <p:sp>
        <p:nvSpPr>
          <p:cNvPr id="408" name="Google Shape;408;p20"/>
          <p:cNvSpPr txBox="1"/>
          <p:nvPr>
            <p:ph idx="2" type="title"/>
          </p:nvPr>
        </p:nvSpPr>
        <p:spPr>
          <a:xfrm>
            <a:off x="5481500" y="1309125"/>
            <a:ext cx="498300" cy="638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09" name="Google Shape;409;p20"/>
          <p:cNvSpPr txBox="1"/>
          <p:nvPr>
            <p:ph idx="3" type="title"/>
          </p:nvPr>
        </p:nvSpPr>
        <p:spPr>
          <a:xfrm>
            <a:off x="5481500" y="3224825"/>
            <a:ext cx="498300" cy="638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2pPr>
            <a:lvl3pPr lvl="2"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3pPr>
            <a:lvl4pPr lvl="3"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4pPr>
            <a:lvl5pPr lvl="4"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5pPr>
            <a:lvl6pPr lvl="5"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6pPr>
            <a:lvl7pPr lvl="6"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7pPr>
            <a:lvl8pPr lvl="7"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8pPr>
            <a:lvl9pPr lvl="8"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9pPr>
          </a:lstStyle>
          <a:p/>
        </p:txBody>
      </p:sp>
      <p:sp>
        <p:nvSpPr>
          <p:cNvPr id="410" name="Google Shape;410;p20"/>
          <p:cNvSpPr txBox="1"/>
          <p:nvPr>
            <p:ph idx="4" type="title"/>
          </p:nvPr>
        </p:nvSpPr>
        <p:spPr>
          <a:xfrm>
            <a:off x="5481500" y="2596100"/>
            <a:ext cx="498300" cy="629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11" name="Google Shape;411;p20"/>
          <p:cNvSpPr txBox="1"/>
          <p:nvPr>
            <p:ph idx="5" type="title"/>
          </p:nvPr>
        </p:nvSpPr>
        <p:spPr>
          <a:xfrm>
            <a:off x="5481500" y="1949300"/>
            <a:ext cx="498300" cy="646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12" name="Google Shape;412;p20"/>
          <p:cNvSpPr txBox="1"/>
          <p:nvPr>
            <p:ph idx="6" type="title"/>
          </p:nvPr>
        </p:nvSpPr>
        <p:spPr>
          <a:xfrm>
            <a:off x="5481475" y="4504275"/>
            <a:ext cx="498300" cy="643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13" name="Google Shape;413;p20"/>
          <p:cNvSpPr txBox="1"/>
          <p:nvPr>
            <p:ph idx="1" type="body"/>
          </p:nvPr>
        </p:nvSpPr>
        <p:spPr>
          <a:xfrm>
            <a:off x="2187950" y="1307550"/>
            <a:ext cx="3181200" cy="1288500"/>
          </a:xfrm>
          <a:prstGeom prst="rect">
            <a:avLst/>
          </a:prstGeom>
        </p:spPr>
        <p:txBody>
          <a:bodyPr anchorCtr="0" anchor="ctr" bIns="91425" lIns="274300"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14" name="Google Shape;414;p20"/>
          <p:cNvSpPr txBox="1"/>
          <p:nvPr>
            <p:ph idx="7" type="body"/>
          </p:nvPr>
        </p:nvSpPr>
        <p:spPr>
          <a:xfrm>
            <a:off x="2187950" y="3864550"/>
            <a:ext cx="3181200" cy="1279200"/>
          </a:xfrm>
          <a:prstGeom prst="rect">
            <a:avLst/>
          </a:prstGeom>
        </p:spPr>
        <p:txBody>
          <a:bodyPr anchorCtr="0" anchor="ctr" bIns="91425" lIns="274300" spcFirstLastPara="1" rIns="91425" wrap="square" tIns="91425">
            <a:normAutofit/>
          </a:bodyPr>
          <a:lstStyle>
            <a:lvl1pPr indent="-292100" lvl="0" marL="457200">
              <a:spcBef>
                <a:spcPts val="0"/>
              </a:spcBef>
              <a:spcAft>
                <a:spcPts val="0"/>
              </a:spcAft>
              <a:buSzPts val="1000"/>
              <a:buFont typeface="Inter"/>
              <a:buChar char="●"/>
              <a:defRPr sz="1000"/>
            </a:lvl1pPr>
            <a:lvl2pPr indent="-292100" lvl="1" marL="914400">
              <a:spcBef>
                <a:spcPts val="800"/>
              </a:spcBef>
              <a:spcAft>
                <a:spcPts val="0"/>
              </a:spcAft>
              <a:buSzPts val="1000"/>
              <a:buFont typeface="Inter"/>
              <a:buChar char="○"/>
              <a:defRPr sz="1000"/>
            </a:lvl2pPr>
            <a:lvl3pPr indent="-292100" lvl="2" marL="1371600">
              <a:spcBef>
                <a:spcPts val="800"/>
              </a:spcBef>
              <a:spcAft>
                <a:spcPts val="0"/>
              </a:spcAft>
              <a:buSzPts val="1000"/>
              <a:buFont typeface="Inter"/>
              <a:buChar char="■"/>
              <a:defRPr sz="1000"/>
            </a:lvl3pPr>
            <a:lvl4pPr indent="-292100" lvl="3" marL="1828800">
              <a:spcBef>
                <a:spcPts val="800"/>
              </a:spcBef>
              <a:spcAft>
                <a:spcPts val="0"/>
              </a:spcAft>
              <a:buSzPts val="1000"/>
              <a:buFont typeface="Inter"/>
              <a:buChar char="●"/>
              <a:defRPr sz="1000"/>
            </a:lvl4pPr>
            <a:lvl5pPr indent="-292100" lvl="4" marL="2286000">
              <a:spcBef>
                <a:spcPts val="800"/>
              </a:spcBef>
              <a:spcAft>
                <a:spcPts val="0"/>
              </a:spcAft>
              <a:buSzPts val="1000"/>
              <a:buFont typeface="Inter"/>
              <a:buChar char="○"/>
              <a:defRPr sz="1000"/>
            </a:lvl5pPr>
            <a:lvl6pPr indent="-292100" lvl="5" marL="2743200">
              <a:spcBef>
                <a:spcPts val="800"/>
              </a:spcBef>
              <a:spcAft>
                <a:spcPts val="0"/>
              </a:spcAft>
              <a:buSzPts val="1000"/>
              <a:buFont typeface="Inter"/>
              <a:buChar char="■"/>
              <a:defRPr sz="1000"/>
            </a:lvl6pPr>
            <a:lvl7pPr indent="-292100" lvl="6" marL="3200400">
              <a:spcBef>
                <a:spcPts val="800"/>
              </a:spcBef>
              <a:spcAft>
                <a:spcPts val="0"/>
              </a:spcAft>
              <a:buSzPts val="1000"/>
              <a:buFont typeface="Inter"/>
              <a:buChar char="●"/>
              <a:defRPr sz="1000"/>
            </a:lvl7pPr>
            <a:lvl8pPr indent="-292100" lvl="7" marL="3657600">
              <a:spcBef>
                <a:spcPts val="800"/>
              </a:spcBef>
              <a:spcAft>
                <a:spcPts val="0"/>
              </a:spcAft>
              <a:buSzPts val="1000"/>
              <a:buFont typeface="Inter"/>
              <a:buChar char="○"/>
              <a:defRPr sz="1000"/>
            </a:lvl8pPr>
            <a:lvl9pPr indent="-292100" lvl="8" marL="4114800">
              <a:spcBef>
                <a:spcPts val="800"/>
              </a:spcBef>
              <a:spcAft>
                <a:spcPts val="800"/>
              </a:spcAft>
              <a:buSzPts val="1000"/>
              <a:buFont typeface="Inter"/>
              <a:buChar char="■"/>
              <a:defRPr sz="1000"/>
            </a:lvl9pPr>
          </a:lstStyle>
          <a:p/>
        </p:txBody>
      </p:sp>
      <p:sp>
        <p:nvSpPr>
          <p:cNvPr id="415" name="Google Shape;415;p20"/>
          <p:cNvSpPr txBox="1"/>
          <p:nvPr>
            <p:ph idx="8" type="body"/>
          </p:nvPr>
        </p:nvSpPr>
        <p:spPr>
          <a:xfrm>
            <a:off x="2187950" y="2596100"/>
            <a:ext cx="3181200" cy="1268700"/>
          </a:xfrm>
          <a:prstGeom prst="rect">
            <a:avLst/>
          </a:prstGeom>
        </p:spPr>
        <p:txBody>
          <a:bodyPr anchorCtr="0" anchor="ctr" bIns="91425" lIns="274300"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cxnSp>
        <p:nvCxnSpPr>
          <p:cNvPr id="416" name="Google Shape;416;p20"/>
          <p:cNvCxnSpPr/>
          <p:nvPr/>
        </p:nvCxnSpPr>
        <p:spPr>
          <a:xfrm rot="10800000">
            <a:off x="520175" y="1307575"/>
            <a:ext cx="8624100" cy="0"/>
          </a:xfrm>
          <a:prstGeom prst="straightConnector1">
            <a:avLst/>
          </a:prstGeom>
          <a:noFill/>
          <a:ln cap="flat" cmpd="sng" w="9525">
            <a:solidFill>
              <a:schemeClr val="lt1"/>
            </a:solidFill>
            <a:prstDash val="solid"/>
            <a:round/>
            <a:headEnd len="sm" w="sm" type="none"/>
            <a:tailEnd len="sm" w="sm" type="none"/>
          </a:ln>
        </p:spPr>
      </p:cxnSp>
      <p:sp>
        <p:nvSpPr>
          <p:cNvPr id="417" name="Google Shape;417;p20"/>
          <p:cNvSpPr txBox="1"/>
          <p:nvPr>
            <p:ph idx="9"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None/>
              <a:defRPr sz="800"/>
            </a:lvl1pPr>
            <a:lvl2pPr lvl="1">
              <a:spcBef>
                <a:spcPts val="0"/>
              </a:spcBef>
              <a:spcAft>
                <a:spcPts val="0"/>
              </a:spcAft>
              <a:buClr>
                <a:schemeClr val="lt1"/>
              </a:buClr>
              <a:buSzPts val="800"/>
              <a:buNone/>
              <a:defRPr sz="800"/>
            </a:lvl2pPr>
            <a:lvl3pPr lvl="2">
              <a:spcBef>
                <a:spcPts val="0"/>
              </a:spcBef>
              <a:spcAft>
                <a:spcPts val="0"/>
              </a:spcAft>
              <a:buClr>
                <a:schemeClr val="lt1"/>
              </a:buClr>
              <a:buSzPts val="800"/>
              <a:buNone/>
              <a:defRPr sz="800"/>
            </a:lvl3pPr>
            <a:lvl4pPr lvl="3">
              <a:spcBef>
                <a:spcPts val="0"/>
              </a:spcBef>
              <a:spcAft>
                <a:spcPts val="0"/>
              </a:spcAft>
              <a:buClr>
                <a:schemeClr val="lt1"/>
              </a:buClr>
              <a:buSzPts val="800"/>
              <a:buNone/>
              <a:defRPr sz="800"/>
            </a:lvl4pPr>
            <a:lvl5pPr lvl="4">
              <a:spcBef>
                <a:spcPts val="0"/>
              </a:spcBef>
              <a:spcAft>
                <a:spcPts val="0"/>
              </a:spcAft>
              <a:buClr>
                <a:schemeClr val="lt1"/>
              </a:buClr>
              <a:buSzPts val="800"/>
              <a:buNone/>
              <a:defRPr sz="800"/>
            </a:lvl5pPr>
            <a:lvl6pPr lvl="5">
              <a:spcBef>
                <a:spcPts val="0"/>
              </a:spcBef>
              <a:spcAft>
                <a:spcPts val="0"/>
              </a:spcAft>
              <a:buClr>
                <a:schemeClr val="lt1"/>
              </a:buClr>
              <a:buSzPts val="800"/>
              <a:buNone/>
              <a:defRPr sz="800"/>
            </a:lvl6pPr>
            <a:lvl7pPr lvl="6">
              <a:spcBef>
                <a:spcPts val="0"/>
              </a:spcBef>
              <a:spcAft>
                <a:spcPts val="0"/>
              </a:spcAft>
              <a:buClr>
                <a:schemeClr val="lt1"/>
              </a:buClr>
              <a:buSzPts val="800"/>
              <a:buNone/>
              <a:defRPr sz="800"/>
            </a:lvl7pPr>
            <a:lvl8pPr lvl="7">
              <a:spcBef>
                <a:spcPts val="0"/>
              </a:spcBef>
              <a:spcAft>
                <a:spcPts val="0"/>
              </a:spcAft>
              <a:buClr>
                <a:schemeClr val="lt1"/>
              </a:buClr>
              <a:buSzPts val="800"/>
              <a:buNone/>
              <a:defRPr sz="800"/>
            </a:lvl8pPr>
            <a:lvl9pPr lvl="8">
              <a:spcBef>
                <a:spcPts val="0"/>
              </a:spcBef>
              <a:spcAft>
                <a:spcPts val="0"/>
              </a:spcAft>
              <a:buClr>
                <a:schemeClr val="lt1"/>
              </a:buClr>
              <a:buSzPts val="800"/>
              <a:buNone/>
              <a:defRPr sz="800"/>
            </a:lvl9pPr>
          </a:lstStyle>
          <a:p/>
        </p:txBody>
      </p:sp>
      <p:sp>
        <p:nvSpPr>
          <p:cNvPr id="418" name="Google Shape;418;p20"/>
          <p:cNvSpPr txBox="1"/>
          <p:nvPr>
            <p:ph idx="1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None/>
              <a:defRPr sz="800"/>
            </a:lvl1pPr>
            <a:lvl2pPr lvl="1" algn="r">
              <a:spcBef>
                <a:spcPts val="0"/>
              </a:spcBef>
              <a:spcAft>
                <a:spcPts val="0"/>
              </a:spcAft>
              <a:buClr>
                <a:schemeClr val="lt1"/>
              </a:buClr>
              <a:buSzPts val="800"/>
              <a:buNone/>
              <a:defRPr sz="800"/>
            </a:lvl2pPr>
            <a:lvl3pPr lvl="2" algn="r">
              <a:spcBef>
                <a:spcPts val="0"/>
              </a:spcBef>
              <a:spcAft>
                <a:spcPts val="0"/>
              </a:spcAft>
              <a:buClr>
                <a:schemeClr val="lt1"/>
              </a:buClr>
              <a:buSzPts val="800"/>
              <a:buNone/>
              <a:defRPr sz="800"/>
            </a:lvl3pPr>
            <a:lvl4pPr lvl="3" algn="r">
              <a:spcBef>
                <a:spcPts val="0"/>
              </a:spcBef>
              <a:spcAft>
                <a:spcPts val="0"/>
              </a:spcAft>
              <a:buClr>
                <a:schemeClr val="lt1"/>
              </a:buClr>
              <a:buSzPts val="800"/>
              <a:buNone/>
              <a:defRPr sz="800"/>
            </a:lvl4pPr>
            <a:lvl5pPr lvl="4" algn="r">
              <a:spcBef>
                <a:spcPts val="0"/>
              </a:spcBef>
              <a:spcAft>
                <a:spcPts val="0"/>
              </a:spcAft>
              <a:buClr>
                <a:schemeClr val="lt1"/>
              </a:buClr>
              <a:buSzPts val="800"/>
              <a:buNone/>
              <a:defRPr sz="800"/>
            </a:lvl5pPr>
            <a:lvl6pPr lvl="5" algn="r">
              <a:spcBef>
                <a:spcPts val="0"/>
              </a:spcBef>
              <a:spcAft>
                <a:spcPts val="0"/>
              </a:spcAft>
              <a:buClr>
                <a:schemeClr val="lt1"/>
              </a:buClr>
              <a:buSzPts val="800"/>
              <a:buNone/>
              <a:defRPr sz="800"/>
            </a:lvl6pPr>
            <a:lvl7pPr lvl="6" algn="r">
              <a:spcBef>
                <a:spcPts val="0"/>
              </a:spcBef>
              <a:spcAft>
                <a:spcPts val="0"/>
              </a:spcAft>
              <a:buClr>
                <a:schemeClr val="lt1"/>
              </a:buClr>
              <a:buSzPts val="800"/>
              <a:buNone/>
              <a:defRPr sz="800"/>
            </a:lvl7pPr>
            <a:lvl8pPr lvl="7" algn="r">
              <a:spcBef>
                <a:spcPts val="0"/>
              </a:spcBef>
              <a:spcAft>
                <a:spcPts val="0"/>
              </a:spcAft>
              <a:buClr>
                <a:schemeClr val="lt1"/>
              </a:buClr>
              <a:buSzPts val="800"/>
              <a:buNone/>
              <a:defRPr sz="800"/>
            </a:lvl8pPr>
            <a:lvl9pPr lvl="8" algn="r">
              <a:spcBef>
                <a:spcPts val="0"/>
              </a:spcBef>
              <a:spcAft>
                <a:spcPts val="0"/>
              </a:spcAft>
              <a:buClr>
                <a:schemeClr val="lt1"/>
              </a:buClr>
              <a:buSzPts val="800"/>
              <a:buNone/>
              <a:defRPr sz="800"/>
            </a:lvl9pPr>
          </a:lstStyle>
          <a:p/>
        </p:txBody>
      </p:sp>
      <p:sp>
        <p:nvSpPr>
          <p:cNvPr id="419" name="Google Shape;419;p20"/>
          <p:cNvSpPr txBox="1"/>
          <p:nvPr>
            <p:ph idx="1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None/>
              <a:defRPr sz="800"/>
            </a:lvl1pPr>
            <a:lvl2pPr lvl="1" algn="r">
              <a:spcBef>
                <a:spcPts val="0"/>
              </a:spcBef>
              <a:spcAft>
                <a:spcPts val="0"/>
              </a:spcAft>
              <a:buClr>
                <a:schemeClr val="lt1"/>
              </a:buClr>
              <a:buSzPts val="800"/>
              <a:buNone/>
              <a:defRPr sz="800"/>
            </a:lvl2pPr>
            <a:lvl3pPr lvl="2" algn="r">
              <a:spcBef>
                <a:spcPts val="0"/>
              </a:spcBef>
              <a:spcAft>
                <a:spcPts val="0"/>
              </a:spcAft>
              <a:buClr>
                <a:schemeClr val="lt1"/>
              </a:buClr>
              <a:buSzPts val="800"/>
              <a:buNone/>
              <a:defRPr sz="800"/>
            </a:lvl3pPr>
            <a:lvl4pPr lvl="3" algn="r">
              <a:spcBef>
                <a:spcPts val="0"/>
              </a:spcBef>
              <a:spcAft>
                <a:spcPts val="0"/>
              </a:spcAft>
              <a:buClr>
                <a:schemeClr val="lt1"/>
              </a:buClr>
              <a:buSzPts val="800"/>
              <a:buNone/>
              <a:defRPr sz="800"/>
            </a:lvl4pPr>
            <a:lvl5pPr lvl="4" algn="r">
              <a:spcBef>
                <a:spcPts val="0"/>
              </a:spcBef>
              <a:spcAft>
                <a:spcPts val="0"/>
              </a:spcAft>
              <a:buClr>
                <a:schemeClr val="lt1"/>
              </a:buClr>
              <a:buSzPts val="800"/>
              <a:buNone/>
              <a:defRPr sz="800"/>
            </a:lvl5pPr>
            <a:lvl6pPr lvl="5" algn="r">
              <a:spcBef>
                <a:spcPts val="0"/>
              </a:spcBef>
              <a:spcAft>
                <a:spcPts val="0"/>
              </a:spcAft>
              <a:buClr>
                <a:schemeClr val="lt1"/>
              </a:buClr>
              <a:buSzPts val="800"/>
              <a:buNone/>
              <a:defRPr sz="800"/>
            </a:lvl6pPr>
            <a:lvl7pPr lvl="6" algn="r">
              <a:spcBef>
                <a:spcPts val="0"/>
              </a:spcBef>
              <a:spcAft>
                <a:spcPts val="0"/>
              </a:spcAft>
              <a:buClr>
                <a:schemeClr val="lt1"/>
              </a:buClr>
              <a:buSzPts val="800"/>
              <a:buNone/>
              <a:defRPr sz="800"/>
            </a:lvl7pPr>
            <a:lvl8pPr lvl="7" algn="r">
              <a:spcBef>
                <a:spcPts val="0"/>
              </a:spcBef>
              <a:spcAft>
                <a:spcPts val="0"/>
              </a:spcAft>
              <a:buClr>
                <a:schemeClr val="lt1"/>
              </a:buClr>
              <a:buSzPts val="800"/>
              <a:buNone/>
              <a:defRPr sz="800"/>
            </a:lvl8pPr>
            <a:lvl9pPr lvl="8" algn="r">
              <a:spcBef>
                <a:spcPts val="0"/>
              </a:spcBef>
              <a:spcAft>
                <a:spcPts val="0"/>
              </a:spcAft>
              <a:buClr>
                <a:schemeClr val="lt1"/>
              </a:buClr>
              <a:buSzPts val="800"/>
              <a:buNone/>
              <a:defRPr sz="800"/>
            </a:lvl9pPr>
          </a:lstStyle>
          <a:p/>
        </p:txBody>
      </p:sp>
      <p:cxnSp>
        <p:nvCxnSpPr>
          <p:cNvPr id="420" name="Google Shape;420;p20"/>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421" name="Google Shape;421;p2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22" name="Google Shape;422;p2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423" name="Google Shape;423;p20"/>
          <p:cNvSpPr txBox="1"/>
          <p:nvPr>
            <p:ph idx="15" type="title"/>
          </p:nvPr>
        </p:nvSpPr>
        <p:spPr>
          <a:xfrm flipH="1">
            <a:off x="521275" y="347825"/>
            <a:ext cx="6252600" cy="972600"/>
          </a:xfrm>
          <a:prstGeom prst="rect">
            <a:avLst/>
          </a:prstGeom>
        </p:spPr>
        <p:txBody>
          <a:bodyPr anchorCtr="0" anchor="ctr" bIns="0" lIns="274300" spcFirstLastPara="1" rIns="91425" wrap="square" tIns="0">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424" name="Google Shape;424;p20"/>
          <p:cNvSpPr txBox="1"/>
          <p:nvPr>
            <p:ph idx="16" type="title"/>
          </p:nvPr>
        </p:nvSpPr>
        <p:spPr>
          <a:xfrm>
            <a:off x="521275" y="1307500"/>
            <a:ext cx="1666500" cy="1288500"/>
          </a:xfrm>
          <a:prstGeom prst="rect">
            <a:avLst/>
          </a:prstGeom>
        </p:spPr>
        <p:txBody>
          <a:bodyPr anchorCtr="0" anchor="ctr" bIns="0" lIns="274300"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425" name="Google Shape;425;p20"/>
          <p:cNvSpPr txBox="1"/>
          <p:nvPr>
            <p:ph idx="17" type="title"/>
          </p:nvPr>
        </p:nvSpPr>
        <p:spPr>
          <a:xfrm>
            <a:off x="521275" y="2595800"/>
            <a:ext cx="1666500" cy="1268700"/>
          </a:xfrm>
          <a:prstGeom prst="rect">
            <a:avLst/>
          </a:prstGeom>
        </p:spPr>
        <p:txBody>
          <a:bodyPr anchorCtr="0" anchor="ctr" bIns="0" lIns="274300"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426" name="Google Shape;426;p20"/>
          <p:cNvSpPr txBox="1"/>
          <p:nvPr>
            <p:ph idx="18" type="title"/>
          </p:nvPr>
        </p:nvSpPr>
        <p:spPr>
          <a:xfrm>
            <a:off x="521275" y="3866800"/>
            <a:ext cx="1666500" cy="1276800"/>
          </a:xfrm>
          <a:prstGeom prst="rect">
            <a:avLst/>
          </a:prstGeom>
        </p:spPr>
        <p:txBody>
          <a:bodyPr anchorCtr="0" anchor="ctr" bIns="0" lIns="274300"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427" name="Google Shape;427;p20"/>
          <p:cNvSpPr txBox="1"/>
          <p:nvPr>
            <p:ph idx="19" type="subTitle"/>
          </p:nvPr>
        </p:nvSpPr>
        <p:spPr>
          <a:xfrm>
            <a:off x="6092100" y="1950763"/>
            <a:ext cx="2942100" cy="643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28" name="Google Shape;428;p20"/>
          <p:cNvSpPr txBox="1"/>
          <p:nvPr>
            <p:ph idx="20" type="subTitle"/>
          </p:nvPr>
        </p:nvSpPr>
        <p:spPr>
          <a:xfrm>
            <a:off x="6092100" y="2595825"/>
            <a:ext cx="2942100" cy="6291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29" name="Google Shape;429;p20"/>
          <p:cNvSpPr txBox="1"/>
          <p:nvPr>
            <p:ph idx="21" type="subTitle"/>
          </p:nvPr>
        </p:nvSpPr>
        <p:spPr>
          <a:xfrm>
            <a:off x="6092100" y="3225925"/>
            <a:ext cx="2942100" cy="638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30" name="Google Shape;430;p20"/>
          <p:cNvSpPr txBox="1"/>
          <p:nvPr>
            <p:ph idx="22" type="subTitle"/>
          </p:nvPr>
        </p:nvSpPr>
        <p:spPr>
          <a:xfrm>
            <a:off x="6092100" y="3863525"/>
            <a:ext cx="2942100" cy="6366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31" name="Google Shape;431;p20"/>
          <p:cNvSpPr txBox="1"/>
          <p:nvPr>
            <p:ph idx="23" type="subTitle"/>
          </p:nvPr>
        </p:nvSpPr>
        <p:spPr>
          <a:xfrm>
            <a:off x="6092100" y="4498790"/>
            <a:ext cx="2942100" cy="643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32" name="Google Shape;432;p20"/>
          <p:cNvSpPr txBox="1"/>
          <p:nvPr>
            <p:ph idx="24" type="subTitle"/>
          </p:nvPr>
        </p:nvSpPr>
        <p:spPr>
          <a:xfrm>
            <a:off x="6092100" y="1305550"/>
            <a:ext cx="2942100" cy="643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pcoming Milestones">
  <p:cSld name="CUSTOM_7">
    <p:bg>
      <p:bgPr>
        <a:solidFill>
          <a:schemeClr val="lt2"/>
        </a:solidFill>
      </p:bgPr>
    </p:bg>
    <p:spTree>
      <p:nvGrpSpPr>
        <p:cNvPr id="433" name="Shape 433"/>
        <p:cNvGrpSpPr/>
        <p:nvPr/>
      </p:nvGrpSpPr>
      <p:grpSpPr>
        <a:xfrm>
          <a:off x="0" y="0"/>
          <a:ext cx="0" cy="0"/>
          <a:chOff x="0" y="0"/>
          <a:chExt cx="0" cy="0"/>
        </a:xfrm>
      </p:grpSpPr>
      <p:sp>
        <p:nvSpPr>
          <p:cNvPr id="434" name="Google Shape;434;p21"/>
          <p:cNvSpPr txBox="1"/>
          <p:nvPr>
            <p:ph idx="1" type="body"/>
          </p:nvPr>
        </p:nvSpPr>
        <p:spPr>
          <a:xfrm>
            <a:off x="523425" y="3593825"/>
            <a:ext cx="17844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SzPts val="1000"/>
              <a:buFont typeface="Inter Light"/>
              <a:buChar char="■"/>
              <a:defRPr sz="1000">
                <a:latin typeface="Inter Light"/>
                <a:ea typeface="Inter Light"/>
                <a:cs typeface="Inter Light"/>
                <a:sym typeface="Inter Light"/>
              </a:defRPr>
            </a:lvl9pPr>
          </a:lstStyle>
          <a:p/>
        </p:txBody>
      </p:sp>
      <p:sp>
        <p:nvSpPr>
          <p:cNvPr id="435" name="Google Shape;435;p21"/>
          <p:cNvSpPr txBox="1"/>
          <p:nvPr>
            <p:ph type="title"/>
          </p:nvPr>
        </p:nvSpPr>
        <p:spPr>
          <a:xfrm>
            <a:off x="521250" y="3244950"/>
            <a:ext cx="17865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36" name="Google Shape;436;p21"/>
          <p:cNvSpPr txBox="1"/>
          <p:nvPr>
            <p:ph idx="2" type="body"/>
          </p:nvPr>
        </p:nvSpPr>
        <p:spPr>
          <a:xfrm>
            <a:off x="2679589" y="3593825"/>
            <a:ext cx="19791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437" name="Google Shape;437;p21"/>
          <p:cNvSpPr txBox="1"/>
          <p:nvPr>
            <p:ph idx="3" type="title"/>
          </p:nvPr>
        </p:nvSpPr>
        <p:spPr>
          <a:xfrm>
            <a:off x="2677176" y="3244950"/>
            <a:ext cx="19815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38" name="Google Shape;438;p21"/>
          <p:cNvSpPr txBox="1"/>
          <p:nvPr>
            <p:ph idx="4" type="body"/>
          </p:nvPr>
        </p:nvSpPr>
        <p:spPr>
          <a:xfrm>
            <a:off x="4834747" y="3593825"/>
            <a:ext cx="17823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SzPts val="1000"/>
              <a:buFont typeface="Inter Light"/>
              <a:buChar char="■"/>
              <a:defRPr sz="1000">
                <a:latin typeface="Inter Light"/>
                <a:ea typeface="Inter Light"/>
                <a:cs typeface="Inter Light"/>
                <a:sym typeface="Inter Light"/>
              </a:defRPr>
            </a:lvl9pPr>
          </a:lstStyle>
          <a:p/>
        </p:txBody>
      </p:sp>
      <p:sp>
        <p:nvSpPr>
          <p:cNvPr id="439" name="Google Shape;439;p21"/>
          <p:cNvSpPr txBox="1"/>
          <p:nvPr>
            <p:ph idx="5" type="title"/>
          </p:nvPr>
        </p:nvSpPr>
        <p:spPr>
          <a:xfrm>
            <a:off x="4832575" y="3244950"/>
            <a:ext cx="17844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40" name="Google Shape;440;p21"/>
          <p:cNvSpPr txBox="1"/>
          <p:nvPr>
            <p:ph idx="6" type="body"/>
          </p:nvPr>
        </p:nvSpPr>
        <p:spPr>
          <a:xfrm>
            <a:off x="6991393" y="3593825"/>
            <a:ext cx="17787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SzPts val="1000"/>
              <a:buFont typeface="Inter Light"/>
              <a:buChar char="■"/>
              <a:defRPr sz="1000">
                <a:latin typeface="Inter Light"/>
                <a:ea typeface="Inter Light"/>
                <a:cs typeface="Inter Light"/>
                <a:sym typeface="Inter Light"/>
              </a:defRPr>
            </a:lvl9pPr>
          </a:lstStyle>
          <a:p/>
        </p:txBody>
      </p:sp>
      <p:sp>
        <p:nvSpPr>
          <p:cNvPr id="441" name="Google Shape;441;p21"/>
          <p:cNvSpPr txBox="1"/>
          <p:nvPr>
            <p:ph idx="7" type="title"/>
          </p:nvPr>
        </p:nvSpPr>
        <p:spPr>
          <a:xfrm>
            <a:off x="6989225" y="3244950"/>
            <a:ext cx="17808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42" name="Google Shape;442;p21"/>
          <p:cNvSpPr txBox="1"/>
          <p:nvPr>
            <p:ph idx="8" type="title"/>
          </p:nvPr>
        </p:nvSpPr>
        <p:spPr>
          <a:xfrm>
            <a:off x="1237363"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43" name="Google Shape;443;p21"/>
          <p:cNvSpPr txBox="1"/>
          <p:nvPr>
            <p:ph idx="9" type="title"/>
          </p:nvPr>
        </p:nvSpPr>
        <p:spPr>
          <a:xfrm>
            <a:off x="1602388" y="1308338"/>
            <a:ext cx="2149800" cy="447900"/>
          </a:xfrm>
          <a:prstGeom prst="rect">
            <a:avLst/>
          </a:prstGeom>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4" name="Google Shape;444;p21"/>
          <p:cNvSpPr txBox="1"/>
          <p:nvPr>
            <p:ph idx="13" type="title"/>
          </p:nvPr>
        </p:nvSpPr>
        <p:spPr>
          <a:xfrm>
            <a:off x="5914438" y="1308338"/>
            <a:ext cx="2149800" cy="447900"/>
          </a:xfrm>
          <a:prstGeom prst="rect">
            <a:avLst/>
          </a:prstGeom>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5" name="Google Shape;445;p21"/>
          <p:cNvSpPr txBox="1"/>
          <p:nvPr>
            <p:ph idx="14" type="title"/>
          </p:nvPr>
        </p:nvSpPr>
        <p:spPr>
          <a:xfrm>
            <a:off x="52017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46" name="Google Shape;446;p21"/>
          <p:cNvSpPr txBox="1"/>
          <p:nvPr>
            <p:ph idx="15" type="title"/>
          </p:nvPr>
        </p:nvSpPr>
        <p:spPr>
          <a:xfrm>
            <a:off x="1953575" y="1756250"/>
            <a:ext cx="7236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47" name="Google Shape;447;p21"/>
          <p:cNvSpPr txBox="1"/>
          <p:nvPr>
            <p:ph idx="16" type="title"/>
          </p:nvPr>
        </p:nvSpPr>
        <p:spPr>
          <a:xfrm>
            <a:off x="2677225" y="1756250"/>
            <a:ext cx="7095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48" name="Google Shape;448;p21"/>
          <p:cNvSpPr txBox="1"/>
          <p:nvPr>
            <p:ph idx="17" type="title"/>
          </p:nvPr>
        </p:nvSpPr>
        <p:spPr>
          <a:xfrm>
            <a:off x="338667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49" name="Google Shape;449;p21"/>
          <p:cNvSpPr txBox="1"/>
          <p:nvPr>
            <p:ph idx="18" type="title"/>
          </p:nvPr>
        </p:nvSpPr>
        <p:spPr>
          <a:xfrm>
            <a:off x="4833800"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0" name="Google Shape;450;p21"/>
          <p:cNvSpPr txBox="1"/>
          <p:nvPr>
            <p:ph idx="19" type="title"/>
          </p:nvPr>
        </p:nvSpPr>
        <p:spPr>
          <a:xfrm>
            <a:off x="554992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1" name="Google Shape;451;p21"/>
          <p:cNvSpPr txBox="1"/>
          <p:nvPr>
            <p:ph idx="20" type="title"/>
          </p:nvPr>
        </p:nvSpPr>
        <p:spPr>
          <a:xfrm>
            <a:off x="6265650" y="1756250"/>
            <a:ext cx="7236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2" name="Google Shape;452;p21"/>
          <p:cNvSpPr txBox="1"/>
          <p:nvPr>
            <p:ph idx="21" type="title"/>
          </p:nvPr>
        </p:nvSpPr>
        <p:spPr>
          <a:xfrm>
            <a:off x="6989250" y="1756250"/>
            <a:ext cx="710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3" name="Google Shape;453;p21"/>
          <p:cNvSpPr txBox="1"/>
          <p:nvPr>
            <p:ph idx="22" type="title"/>
          </p:nvPr>
        </p:nvSpPr>
        <p:spPr>
          <a:xfrm>
            <a:off x="769982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4" name="Google Shape;454;p21"/>
          <p:cNvSpPr txBox="1"/>
          <p:nvPr>
            <p:ph idx="23" type="title"/>
          </p:nvPr>
        </p:nvSpPr>
        <p:spPr>
          <a:xfrm>
            <a:off x="8416525" y="1756250"/>
            <a:ext cx="7284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5" name="Google Shape;455;p21"/>
          <p:cNvSpPr txBox="1"/>
          <p:nvPr>
            <p:ph idx="2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456" name="Google Shape;456;p21"/>
          <p:cNvSpPr txBox="1"/>
          <p:nvPr>
            <p:ph idx="25" type="title"/>
          </p:nvPr>
        </p:nvSpPr>
        <p:spPr>
          <a:xfrm flipH="1">
            <a:off x="524150" y="658975"/>
            <a:ext cx="8098500" cy="6486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457" name="Google Shape;457;p21"/>
          <p:cNvSpPr txBox="1"/>
          <p:nvPr>
            <p:ph idx="26" type="subTitle"/>
          </p:nvPr>
        </p:nvSpPr>
        <p:spPr>
          <a:xfrm>
            <a:off x="523850" y="334925"/>
            <a:ext cx="8099100" cy="3240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458" name="Google Shape;458;p21"/>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459" name="Google Shape;459;p2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60" name="Google Shape;460;p2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61" name="Google Shape;461;p21"/>
          <p:cNvCxnSpPr/>
          <p:nvPr/>
        </p:nvCxnSpPr>
        <p:spPr>
          <a:xfrm>
            <a:off x="521250" y="1307575"/>
            <a:ext cx="8623200" cy="0"/>
          </a:xfrm>
          <a:prstGeom prst="straightConnector1">
            <a:avLst/>
          </a:prstGeom>
          <a:noFill/>
          <a:ln cap="flat" cmpd="sng" w="9525">
            <a:solidFill>
              <a:schemeClr val="lt1"/>
            </a:solidFill>
            <a:prstDash val="solid"/>
            <a:round/>
            <a:headEnd len="sm" w="sm" type="none"/>
            <a:tailEnd len="sm" w="sm" type="none"/>
          </a:ln>
        </p:spPr>
      </p:cxnSp>
      <p:sp>
        <p:nvSpPr>
          <p:cNvPr id="462" name="Google Shape;462;p21"/>
          <p:cNvSpPr txBox="1"/>
          <p:nvPr>
            <p:ph idx="27"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463" name="Google Shape;463;p21"/>
          <p:cNvSpPr txBox="1"/>
          <p:nvPr>
            <p:ph idx="2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464" name="Google Shape;464;p21"/>
          <p:cNvSpPr txBox="1"/>
          <p:nvPr>
            <p:ph idx="29" type="title"/>
          </p:nvPr>
        </p:nvSpPr>
        <p:spPr>
          <a:xfrm>
            <a:off x="3760713" y="1308338"/>
            <a:ext cx="2149800" cy="447900"/>
          </a:xfrm>
          <a:prstGeom prst="rect">
            <a:avLst/>
          </a:prstGeom>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5" name="Google Shape;465;p21"/>
          <p:cNvSpPr txBox="1"/>
          <p:nvPr>
            <p:ph idx="30" type="title"/>
          </p:nvPr>
        </p:nvSpPr>
        <p:spPr>
          <a:xfrm>
            <a:off x="4103475" y="1756250"/>
            <a:ext cx="7311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pcoming Milestones - ALT 2">
  <p:cSld name="CUSTOM_7_1">
    <p:bg>
      <p:bgPr>
        <a:solidFill>
          <a:schemeClr val="lt2"/>
        </a:solidFill>
      </p:bgPr>
    </p:bg>
    <p:spTree>
      <p:nvGrpSpPr>
        <p:cNvPr id="466" name="Shape 466"/>
        <p:cNvGrpSpPr/>
        <p:nvPr/>
      </p:nvGrpSpPr>
      <p:grpSpPr>
        <a:xfrm>
          <a:off x="0" y="0"/>
          <a:ext cx="0" cy="0"/>
          <a:chOff x="0" y="0"/>
          <a:chExt cx="0" cy="0"/>
        </a:xfrm>
      </p:grpSpPr>
      <p:sp>
        <p:nvSpPr>
          <p:cNvPr id="467" name="Google Shape;467;p22"/>
          <p:cNvSpPr txBox="1"/>
          <p:nvPr>
            <p:ph type="title"/>
          </p:nvPr>
        </p:nvSpPr>
        <p:spPr>
          <a:xfrm>
            <a:off x="7718738"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68" name="Google Shape;468;p22"/>
          <p:cNvSpPr txBox="1"/>
          <p:nvPr>
            <p:ph idx="2" type="title"/>
          </p:nvPr>
        </p:nvSpPr>
        <p:spPr>
          <a:xfrm>
            <a:off x="8433150"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69" name="Google Shape;469;p22"/>
          <p:cNvSpPr txBox="1"/>
          <p:nvPr>
            <p:ph idx="3" type="title"/>
          </p:nvPr>
        </p:nvSpPr>
        <p:spPr>
          <a:xfrm>
            <a:off x="4860825"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70" name="Google Shape;470;p22"/>
          <p:cNvSpPr txBox="1"/>
          <p:nvPr>
            <p:ph idx="4" type="title"/>
          </p:nvPr>
        </p:nvSpPr>
        <p:spPr>
          <a:xfrm>
            <a:off x="5575238"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71" name="Google Shape;471;p22"/>
          <p:cNvSpPr txBox="1"/>
          <p:nvPr>
            <p:ph idx="5" type="title"/>
          </p:nvPr>
        </p:nvSpPr>
        <p:spPr>
          <a:xfrm>
            <a:off x="6289688"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72" name="Google Shape;472;p22"/>
          <p:cNvSpPr txBox="1"/>
          <p:nvPr>
            <p:ph idx="6" type="title"/>
          </p:nvPr>
        </p:nvSpPr>
        <p:spPr>
          <a:xfrm>
            <a:off x="7004100"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73" name="Google Shape;473;p22"/>
          <p:cNvSpPr txBox="1"/>
          <p:nvPr>
            <p:ph idx="7" type="title"/>
          </p:nvPr>
        </p:nvSpPr>
        <p:spPr>
          <a:xfrm>
            <a:off x="2709475" y="1307850"/>
            <a:ext cx="806700" cy="437700"/>
          </a:xfrm>
          <a:prstGeom prst="rect">
            <a:avLst/>
          </a:prstGeom>
        </p:spPr>
        <p:txBody>
          <a:bodyPr anchorCtr="0" anchor="ctr" bIns="91425" lIns="137150"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74" name="Google Shape;474;p22"/>
          <p:cNvSpPr txBox="1"/>
          <p:nvPr>
            <p:ph idx="8" type="title"/>
          </p:nvPr>
        </p:nvSpPr>
        <p:spPr>
          <a:xfrm>
            <a:off x="3516175" y="1307575"/>
            <a:ext cx="1344600" cy="438000"/>
          </a:xfrm>
          <a:prstGeom prst="rect">
            <a:avLst/>
          </a:prstGeom>
        </p:spPr>
        <p:txBody>
          <a:bodyPr anchorCtr="0" anchor="ctr" bIns="91425" lIns="137150"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75" name="Google Shape;475;p2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476" name="Google Shape;476;p22"/>
          <p:cNvSpPr txBox="1"/>
          <p:nvPr>
            <p:ph idx="9" type="title"/>
          </p:nvPr>
        </p:nvSpPr>
        <p:spPr>
          <a:xfrm flipH="1">
            <a:off x="524150" y="658975"/>
            <a:ext cx="8098500" cy="6486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477" name="Google Shape;477;p22"/>
          <p:cNvSpPr txBox="1"/>
          <p:nvPr>
            <p:ph idx="13" type="subTitle"/>
          </p:nvPr>
        </p:nvSpPr>
        <p:spPr>
          <a:xfrm>
            <a:off x="523850" y="334925"/>
            <a:ext cx="8099100" cy="3240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478" name="Google Shape;478;p22"/>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479" name="Google Shape;479;p2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80" name="Google Shape;480;p2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481" name="Google Shape;481;p22"/>
          <p:cNvSpPr txBox="1"/>
          <p:nvPr>
            <p:ph idx="14"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482" name="Google Shape;482;p22"/>
          <p:cNvSpPr txBox="1"/>
          <p:nvPr>
            <p:ph idx="1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483" name="Google Shape;483;p22"/>
          <p:cNvSpPr/>
          <p:nvPr/>
        </p:nvSpPr>
        <p:spPr>
          <a:xfrm rot="-5400000">
            <a:off x="1615375" y="2839725"/>
            <a:ext cx="2994900" cy="8067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484" name="Google Shape;484;p22"/>
          <p:cNvSpPr/>
          <p:nvPr>
            <p:ph idx="16" type="pic"/>
          </p:nvPr>
        </p:nvSpPr>
        <p:spPr>
          <a:xfrm>
            <a:off x="2874250" y="1809100"/>
            <a:ext cx="205200" cy="205200"/>
          </a:xfrm>
          <a:prstGeom prst="ellipse">
            <a:avLst/>
          </a:prstGeom>
          <a:noFill/>
          <a:ln>
            <a:noFill/>
          </a:ln>
        </p:spPr>
      </p:sp>
      <p:sp>
        <p:nvSpPr>
          <p:cNvPr id="485" name="Google Shape;485;p22"/>
          <p:cNvSpPr txBox="1"/>
          <p:nvPr>
            <p:ph idx="17" type="title"/>
          </p:nvPr>
        </p:nvSpPr>
        <p:spPr>
          <a:xfrm>
            <a:off x="521250" y="174577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486" name="Google Shape;486;p22"/>
          <p:cNvSpPr txBox="1"/>
          <p:nvPr>
            <p:ph idx="18" type="title"/>
          </p:nvPr>
        </p:nvSpPr>
        <p:spPr>
          <a:xfrm>
            <a:off x="521250" y="207857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87" name="Google Shape;487;p22"/>
          <p:cNvSpPr txBox="1"/>
          <p:nvPr>
            <p:ph idx="19" type="title"/>
          </p:nvPr>
        </p:nvSpPr>
        <p:spPr>
          <a:xfrm>
            <a:off x="521250" y="241136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88" name="Google Shape;488;p22"/>
          <p:cNvSpPr txBox="1"/>
          <p:nvPr>
            <p:ph idx="20" type="title"/>
          </p:nvPr>
        </p:nvSpPr>
        <p:spPr>
          <a:xfrm>
            <a:off x="521250" y="274416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89" name="Google Shape;489;p22"/>
          <p:cNvSpPr txBox="1"/>
          <p:nvPr>
            <p:ph idx="21" type="title"/>
          </p:nvPr>
        </p:nvSpPr>
        <p:spPr>
          <a:xfrm>
            <a:off x="521250" y="307857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490" name="Google Shape;490;p22"/>
          <p:cNvSpPr txBox="1"/>
          <p:nvPr>
            <p:ph idx="22" type="title"/>
          </p:nvPr>
        </p:nvSpPr>
        <p:spPr>
          <a:xfrm>
            <a:off x="521250" y="340972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91" name="Google Shape;491;p22"/>
          <p:cNvSpPr txBox="1"/>
          <p:nvPr>
            <p:ph idx="23" type="title"/>
          </p:nvPr>
        </p:nvSpPr>
        <p:spPr>
          <a:xfrm>
            <a:off x="521250" y="374251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92" name="Google Shape;492;p22"/>
          <p:cNvSpPr txBox="1"/>
          <p:nvPr>
            <p:ph idx="24" type="title"/>
          </p:nvPr>
        </p:nvSpPr>
        <p:spPr>
          <a:xfrm>
            <a:off x="521250" y="407531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93" name="Google Shape;493;p22"/>
          <p:cNvSpPr txBox="1"/>
          <p:nvPr>
            <p:ph idx="25" type="title"/>
          </p:nvPr>
        </p:nvSpPr>
        <p:spPr>
          <a:xfrm>
            <a:off x="521250" y="440812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494" name="Google Shape;494;p22"/>
          <p:cNvSpPr/>
          <p:nvPr>
            <p:ph idx="26" type="pic"/>
          </p:nvPr>
        </p:nvSpPr>
        <p:spPr>
          <a:xfrm>
            <a:off x="3146200" y="1809100"/>
            <a:ext cx="205200" cy="205200"/>
          </a:xfrm>
          <a:prstGeom prst="ellipse">
            <a:avLst/>
          </a:prstGeom>
          <a:noFill/>
          <a:ln>
            <a:noFill/>
          </a:ln>
        </p:spPr>
      </p:sp>
      <p:sp>
        <p:nvSpPr>
          <p:cNvPr id="495" name="Google Shape;495;p22"/>
          <p:cNvSpPr/>
          <p:nvPr>
            <p:ph idx="27" type="pic"/>
          </p:nvPr>
        </p:nvSpPr>
        <p:spPr>
          <a:xfrm>
            <a:off x="2874250" y="2139875"/>
            <a:ext cx="205200" cy="205200"/>
          </a:xfrm>
          <a:prstGeom prst="ellipse">
            <a:avLst/>
          </a:prstGeom>
          <a:noFill/>
          <a:ln>
            <a:noFill/>
          </a:ln>
        </p:spPr>
      </p:sp>
      <p:sp>
        <p:nvSpPr>
          <p:cNvPr id="496" name="Google Shape;496;p22"/>
          <p:cNvSpPr/>
          <p:nvPr>
            <p:ph idx="28" type="pic"/>
          </p:nvPr>
        </p:nvSpPr>
        <p:spPr>
          <a:xfrm>
            <a:off x="3146200" y="2139875"/>
            <a:ext cx="205200" cy="205200"/>
          </a:xfrm>
          <a:prstGeom prst="ellipse">
            <a:avLst/>
          </a:prstGeom>
          <a:noFill/>
          <a:ln>
            <a:noFill/>
          </a:ln>
        </p:spPr>
      </p:sp>
      <p:sp>
        <p:nvSpPr>
          <p:cNvPr id="497" name="Google Shape;497;p22"/>
          <p:cNvSpPr/>
          <p:nvPr>
            <p:ph idx="29" type="pic"/>
          </p:nvPr>
        </p:nvSpPr>
        <p:spPr>
          <a:xfrm>
            <a:off x="2874250" y="2470650"/>
            <a:ext cx="205200" cy="205200"/>
          </a:xfrm>
          <a:prstGeom prst="ellipse">
            <a:avLst/>
          </a:prstGeom>
          <a:noFill/>
          <a:ln>
            <a:noFill/>
          </a:ln>
        </p:spPr>
      </p:sp>
      <p:sp>
        <p:nvSpPr>
          <p:cNvPr id="498" name="Google Shape;498;p22"/>
          <p:cNvSpPr/>
          <p:nvPr>
            <p:ph idx="30" type="pic"/>
          </p:nvPr>
        </p:nvSpPr>
        <p:spPr>
          <a:xfrm>
            <a:off x="2874250" y="2785775"/>
            <a:ext cx="205200" cy="205200"/>
          </a:xfrm>
          <a:prstGeom prst="ellipse">
            <a:avLst/>
          </a:prstGeom>
          <a:noFill/>
          <a:ln>
            <a:noFill/>
          </a:ln>
        </p:spPr>
      </p:sp>
      <p:sp>
        <p:nvSpPr>
          <p:cNvPr id="499" name="Google Shape;499;p22"/>
          <p:cNvSpPr/>
          <p:nvPr>
            <p:ph idx="31" type="pic"/>
          </p:nvPr>
        </p:nvSpPr>
        <p:spPr>
          <a:xfrm>
            <a:off x="2874250" y="3140725"/>
            <a:ext cx="205200" cy="205200"/>
          </a:xfrm>
          <a:prstGeom prst="ellipse">
            <a:avLst/>
          </a:prstGeom>
          <a:noFill/>
          <a:ln>
            <a:noFill/>
          </a:ln>
        </p:spPr>
      </p:sp>
      <p:sp>
        <p:nvSpPr>
          <p:cNvPr id="500" name="Google Shape;500;p22"/>
          <p:cNvSpPr/>
          <p:nvPr>
            <p:ph idx="32" type="pic"/>
          </p:nvPr>
        </p:nvSpPr>
        <p:spPr>
          <a:xfrm>
            <a:off x="3146200" y="3140725"/>
            <a:ext cx="205200" cy="205200"/>
          </a:xfrm>
          <a:prstGeom prst="ellipse">
            <a:avLst/>
          </a:prstGeom>
          <a:noFill/>
          <a:ln>
            <a:noFill/>
          </a:ln>
        </p:spPr>
      </p:sp>
      <p:sp>
        <p:nvSpPr>
          <p:cNvPr id="501" name="Google Shape;501;p22"/>
          <p:cNvSpPr/>
          <p:nvPr>
            <p:ph idx="33" type="pic"/>
          </p:nvPr>
        </p:nvSpPr>
        <p:spPr>
          <a:xfrm>
            <a:off x="2874250" y="3468663"/>
            <a:ext cx="205200" cy="205200"/>
          </a:xfrm>
          <a:prstGeom prst="ellipse">
            <a:avLst/>
          </a:prstGeom>
          <a:noFill/>
          <a:ln>
            <a:noFill/>
          </a:ln>
        </p:spPr>
      </p:sp>
      <p:sp>
        <p:nvSpPr>
          <p:cNvPr id="502" name="Google Shape;502;p22"/>
          <p:cNvSpPr/>
          <p:nvPr>
            <p:ph idx="34" type="pic"/>
          </p:nvPr>
        </p:nvSpPr>
        <p:spPr>
          <a:xfrm>
            <a:off x="2874250" y="3806350"/>
            <a:ext cx="205200" cy="205200"/>
          </a:xfrm>
          <a:prstGeom prst="ellipse">
            <a:avLst/>
          </a:prstGeom>
          <a:noFill/>
          <a:ln>
            <a:noFill/>
          </a:ln>
        </p:spPr>
      </p:sp>
      <p:sp>
        <p:nvSpPr>
          <p:cNvPr id="503" name="Google Shape;503;p22"/>
          <p:cNvSpPr/>
          <p:nvPr>
            <p:ph idx="35" type="pic"/>
          </p:nvPr>
        </p:nvSpPr>
        <p:spPr>
          <a:xfrm>
            <a:off x="3146200" y="3806350"/>
            <a:ext cx="205200" cy="205200"/>
          </a:xfrm>
          <a:prstGeom prst="ellipse">
            <a:avLst/>
          </a:prstGeom>
          <a:noFill/>
          <a:ln>
            <a:noFill/>
          </a:ln>
        </p:spPr>
      </p:sp>
      <p:sp>
        <p:nvSpPr>
          <p:cNvPr id="504" name="Google Shape;504;p22"/>
          <p:cNvSpPr/>
          <p:nvPr>
            <p:ph idx="36" type="pic"/>
          </p:nvPr>
        </p:nvSpPr>
        <p:spPr>
          <a:xfrm>
            <a:off x="2874250" y="4134025"/>
            <a:ext cx="205200" cy="205200"/>
          </a:xfrm>
          <a:prstGeom prst="ellipse">
            <a:avLst/>
          </a:prstGeom>
          <a:noFill/>
          <a:ln>
            <a:noFill/>
          </a:ln>
        </p:spPr>
      </p:sp>
      <p:sp>
        <p:nvSpPr>
          <p:cNvPr id="505" name="Google Shape;505;p22"/>
          <p:cNvSpPr/>
          <p:nvPr>
            <p:ph idx="37" type="pic"/>
          </p:nvPr>
        </p:nvSpPr>
        <p:spPr>
          <a:xfrm>
            <a:off x="2874250" y="4471963"/>
            <a:ext cx="205200" cy="205200"/>
          </a:xfrm>
          <a:prstGeom prst="ellipse">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3">
  <p:cSld name="BLANK_1_1_1_1_1_1_1_1_1_1_1_2_1">
    <p:bg>
      <p:bgPr>
        <a:solidFill>
          <a:schemeClr val="dk2"/>
        </a:solidFill>
      </p:bgPr>
    </p:bg>
    <p:spTree>
      <p:nvGrpSpPr>
        <p:cNvPr id="506" name="Shape 506"/>
        <p:cNvGrpSpPr/>
        <p:nvPr/>
      </p:nvGrpSpPr>
      <p:grpSpPr>
        <a:xfrm>
          <a:off x="0" y="0"/>
          <a:ext cx="0" cy="0"/>
          <a:chOff x="0" y="0"/>
          <a:chExt cx="0" cy="0"/>
        </a:xfrm>
      </p:grpSpPr>
      <p:sp>
        <p:nvSpPr>
          <p:cNvPr id="507" name="Google Shape;507;p23"/>
          <p:cNvSpPr txBox="1"/>
          <p:nvPr>
            <p:ph type="title"/>
          </p:nvPr>
        </p:nvSpPr>
        <p:spPr>
          <a:xfrm>
            <a:off x="2952000" y="2343725"/>
            <a:ext cx="391800" cy="382800"/>
          </a:xfrm>
          <a:prstGeom prst="rect">
            <a:avLst/>
          </a:prstGeom>
          <a:solidFill>
            <a:schemeClr val="accent3"/>
          </a:solidFill>
        </p:spPr>
        <p:txBody>
          <a:bodyPr anchorCtr="0" anchor="ctr" bIns="0" lIns="91425" spcFirstLastPara="1" rIns="91425" wrap="square" tIns="0">
            <a:normAutofit/>
          </a:bodyPr>
          <a:lstStyle>
            <a:lvl1pPr lvl="0"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08" name="Google Shape;508;p23"/>
          <p:cNvSpPr txBox="1"/>
          <p:nvPr>
            <p:ph idx="2" type="title"/>
          </p:nvPr>
        </p:nvSpPr>
        <p:spPr>
          <a:xfrm>
            <a:off x="1042650" y="2343725"/>
            <a:ext cx="391800" cy="382800"/>
          </a:xfrm>
          <a:prstGeom prst="rect">
            <a:avLst/>
          </a:prstGeom>
          <a:solidFill>
            <a:schemeClr val="accent3"/>
          </a:solidFill>
        </p:spPr>
        <p:txBody>
          <a:bodyPr anchorCtr="0" anchor="ctr" bIns="0" lIns="91425" spcFirstLastPara="1" rIns="91425" wrap="square" tIns="0">
            <a:normAutofit/>
          </a:bodyPr>
          <a:lstStyle>
            <a:lvl1pPr lvl="0" algn="ctr">
              <a:lnSpc>
                <a:spcPct val="100000"/>
              </a:lnSpc>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09" name="Google Shape;509;p23"/>
          <p:cNvSpPr txBox="1"/>
          <p:nvPr>
            <p:ph idx="3" type="title"/>
          </p:nvPr>
        </p:nvSpPr>
        <p:spPr>
          <a:xfrm>
            <a:off x="4867800" y="2343725"/>
            <a:ext cx="391800" cy="382800"/>
          </a:xfrm>
          <a:prstGeom prst="rect">
            <a:avLst/>
          </a:prstGeom>
          <a:solidFill>
            <a:schemeClr val="accent3"/>
          </a:solidFill>
        </p:spPr>
        <p:txBody>
          <a:bodyPr anchorCtr="0" anchor="ctr" bIns="0" lIns="91425" spcFirstLastPara="1" rIns="91425" wrap="square" tIns="0">
            <a:normAutofit/>
          </a:bodyPr>
          <a:lstStyle>
            <a:lvl1pPr lvl="0" algn="ctr">
              <a:lnSpc>
                <a:spcPct val="100000"/>
              </a:lnSpc>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10" name="Google Shape;510;p23"/>
          <p:cNvSpPr txBox="1"/>
          <p:nvPr>
            <p:ph idx="4" type="title"/>
          </p:nvPr>
        </p:nvSpPr>
        <p:spPr>
          <a:xfrm>
            <a:off x="6772025" y="2343725"/>
            <a:ext cx="391800" cy="382800"/>
          </a:xfrm>
          <a:prstGeom prst="rect">
            <a:avLst/>
          </a:prstGeom>
          <a:solidFill>
            <a:schemeClr val="accent3"/>
          </a:solidFill>
        </p:spPr>
        <p:txBody>
          <a:bodyPr anchorCtr="0" anchor="ctr" bIns="0" lIns="91425" spcFirstLastPara="1" rIns="91425" wrap="square" tIns="0">
            <a:normAutofit/>
          </a:bodyPr>
          <a:lstStyle>
            <a:lvl1pPr lvl="0"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11" name="Google Shape;511;p23"/>
          <p:cNvSpPr txBox="1"/>
          <p:nvPr>
            <p:ph idx="1" type="subTitle"/>
          </p:nvPr>
        </p:nvSpPr>
        <p:spPr>
          <a:xfrm>
            <a:off x="2951438" y="2726250"/>
            <a:ext cx="19107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12" name="Google Shape;512;p23"/>
          <p:cNvSpPr txBox="1"/>
          <p:nvPr>
            <p:ph idx="5" type="body"/>
          </p:nvPr>
        </p:nvSpPr>
        <p:spPr>
          <a:xfrm>
            <a:off x="2953650" y="3368600"/>
            <a:ext cx="19107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13" name="Google Shape;513;p23"/>
          <p:cNvSpPr txBox="1"/>
          <p:nvPr>
            <p:ph idx="6" type="subTitle"/>
          </p:nvPr>
        </p:nvSpPr>
        <p:spPr>
          <a:xfrm>
            <a:off x="1042088" y="2726250"/>
            <a:ext cx="19107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14" name="Google Shape;514;p23"/>
          <p:cNvSpPr txBox="1"/>
          <p:nvPr>
            <p:ph idx="7" type="subTitle"/>
          </p:nvPr>
        </p:nvSpPr>
        <p:spPr>
          <a:xfrm>
            <a:off x="4867238" y="2726250"/>
            <a:ext cx="19107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15" name="Google Shape;515;p23"/>
          <p:cNvSpPr txBox="1"/>
          <p:nvPr>
            <p:ph idx="8" type="body"/>
          </p:nvPr>
        </p:nvSpPr>
        <p:spPr>
          <a:xfrm>
            <a:off x="1044300" y="3368600"/>
            <a:ext cx="19107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16" name="Google Shape;516;p23"/>
          <p:cNvSpPr txBox="1"/>
          <p:nvPr>
            <p:ph idx="9" type="body"/>
          </p:nvPr>
        </p:nvSpPr>
        <p:spPr>
          <a:xfrm>
            <a:off x="4869450" y="3368600"/>
            <a:ext cx="19107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17" name="Google Shape;517;p23"/>
          <p:cNvSpPr txBox="1"/>
          <p:nvPr>
            <p:ph idx="13" type="subTitle"/>
          </p:nvPr>
        </p:nvSpPr>
        <p:spPr>
          <a:xfrm>
            <a:off x="6771474" y="2726250"/>
            <a:ext cx="18468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18" name="Google Shape;518;p23"/>
          <p:cNvSpPr txBox="1"/>
          <p:nvPr>
            <p:ph idx="14" type="body"/>
          </p:nvPr>
        </p:nvSpPr>
        <p:spPr>
          <a:xfrm>
            <a:off x="6773613" y="3368600"/>
            <a:ext cx="18468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19" name="Google Shape;519;p23"/>
          <p:cNvSpPr txBox="1"/>
          <p:nvPr>
            <p:ph idx="15" type="subTitle"/>
          </p:nvPr>
        </p:nvSpPr>
        <p:spPr>
          <a:xfrm>
            <a:off x="1041050" y="334925"/>
            <a:ext cx="5726100" cy="3297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520" name="Google Shape;520;p23"/>
          <p:cNvSpPr txBox="1"/>
          <p:nvPr>
            <p:ph idx="16"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521" name="Google Shape;521;p23"/>
          <p:cNvSpPr txBox="1"/>
          <p:nvPr>
            <p:ph idx="17"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522" name="Google Shape;522;p23"/>
          <p:cNvSpPr txBox="1"/>
          <p:nvPr>
            <p:ph idx="18"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523" name="Google Shape;523;p23"/>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sp>
        <p:nvSpPr>
          <p:cNvPr id="524" name="Google Shape;524;p23"/>
          <p:cNvSpPr txBox="1"/>
          <p:nvPr>
            <p:ph idx="19" type="title"/>
          </p:nvPr>
        </p:nvSpPr>
        <p:spPr>
          <a:xfrm flipH="1">
            <a:off x="1046200" y="772500"/>
            <a:ext cx="5726100" cy="1571100"/>
          </a:xfrm>
          <a:prstGeom prst="rect">
            <a:avLst/>
          </a:prstGeom>
        </p:spPr>
        <p:txBody>
          <a:bodyPr anchorCtr="0" anchor="t" bIns="91425" lIns="274300" spcFirstLastPara="1" rIns="9142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2400"/>
              <a:buNone/>
              <a:defRPr sz="2400">
                <a:solidFill>
                  <a:schemeClr val="dk1"/>
                </a:solidFill>
              </a:defRPr>
            </a:lvl2pPr>
            <a:lvl3pPr lvl="2">
              <a:lnSpc>
                <a:spcPct val="80000"/>
              </a:lnSpc>
              <a:spcBef>
                <a:spcPts val="0"/>
              </a:spcBef>
              <a:spcAft>
                <a:spcPts val="0"/>
              </a:spcAft>
              <a:buClr>
                <a:schemeClr val="dk1"/>
              </a:buClr>
              <a:buSzPts val="2400"/>
              <a:buNone/>
              <a:defRPr sz="2400">
                <a:solidFill>
                  <a:schemeClr val="dk1"/>
                </a:solidFill>
              </a:defRPr>
            </a:lvl3pPr>
            <a:lvl4pPr lvl="3">
              <a:lnSpc>
                <a:spcPct val="80000"/>
              </a:lnSpc>
              <a:spcBef>
                <a:spcPts val="0"/>
              </a:spcBef>
              <a:spcAft>
                <a:spcPts val="0"/>
              </a:spcAft>
              <a:buClr>
                <a:schemeClr val="dk1"/>
              </a:buClr>
              <a:buSzPts val="2400"/>
              <a:buNone/>
              <a:defRPr sz="2400">
                <a:solidFill>
                  <a:schemeClr val="dk1"/>
                </a:solidFill>
              </a:defRPr>
            </a:lvl4pPr>
            <a:lvl5pPr lvl="4">
              <a:lnSpc>
                <a:spcPct val="80000"/>
              </a:lnSpc>
              <a:spcBef>
                <a:spcPts val="0"/>
              </a:spcBef>
              <a:spcAft>
                <a:spcPts val="0"/>
              </a:spcAft>
              <a:buClr>
                <a:schemeClr val="dk1"/>
              </a:buClr>
              <a:buSzPts val="2400"/>
              <a:buNone/>
              <a:defRPr sz="2400">
                <a:solidFill>
                  <a:schemeClr val="dk1"/>
                </a:solidFill>
              </a:defRPr>
            </a:lvl5pPr>
            <a:lvl6pPr lvl="5">
              <a:lnSpc>
                <a:spcPct val="80000"/>
              </a:lnSpc>
              <a:spcBef>
                <a:spcPts val="0"/>
              </a:spcBef>
              <a:spcAft>
                <a:spcPts val="0"/>
              </a:spcAft>
              <a:buClr>
                <a:schemeClr val="dk1"/>
              </a:buClr>
              <a:buSzPts val="2400"/>
              <a:buNone/>
              <a:defRPr sz="2400">
                <a:solidFill>
                  <a:schemeClr val="dk1"/>
                </a:solidFill>
              </a:defRPr>
            </a:lvl6pPr>
            <a:lvl7pPr lvl="6">
              <a:lnSpc>
                <a:spcPct val="80000"/>
              </a:lnSpc>
              <a:spcBef>
                <a:spcPts val="0"/>
              </a:spcBef>
              <a:spcAft>
                <a:spcPts val="0"/>
              </a:spcAft>
              <a:buClr>
                <a:schemeClr val="dk1"/>
              </a:buClr>
              <a:buSzPts val="2400"/>
              <a:buNone/>
              <a:defRPr sz="2400">
                <a:solidFill>
                  <a:schemeClr val="dk1"/>
                </a:solidFill>
              </a:defRPr>
            </a:lvl7pPr>
            <a:lvl8pPr lvl="7">
              <a:lnSpc>
                <a:spcPct val="80000"/>
              </a:lnSpc>
              <a:spcBef>
                <a:spcPts val="0"/>
              </a:spcBef>
              <a:spcAft>
                <a:spcPts val="0"/>
              </a:spcAft>
              <a:buClr>
                <a:schemeClr val="dk1"/>
              </a:buClr>
              <a:buSzPts val="2400"/>
              <a:buNone/>
              <a:defRPr sz="2400">
                <a:solidFill>
                  <a:schemeClr val="dk1"/>
                </a:solidFill>
              </a:defRPr>
            </a:lvl8pPr>
            <a:lvl9pPr lvl="8">
              <a:lnSpc>
                <a:spcPct val="80000"/>
              </a:lnSpc>
              <a:spcBef>
                <a:spcPts val="0"/>
              </a:spcBef>
              <a:spcAft>
                <a:spcPts val="0"/>
              </a:spcAft>
              <a:buClr>
                <a:schemeClr val="dk1"/>
              </a:buClr>
              <a:buSzPts val="2400"/>
              <a:buNone/>
              <a:defRPr sz="2400">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ing slide">
  <p:cSld name="CUSTOM_8">
    <p:bg>
      <p:bgPr>
        <a:solidFill>
          <a:schemeClr val="lt2"/>
        </a:solidFill>
      </p:bgPr>
    </p:bg>
    <p:spTree>
      <p:nvGrpSpPr>
        <p:cNvPr id="525" name="Shape 525"/>
        <p:cNvGrpSpPr/>
        <p:nvPr/>
      </p:nvGrpSpPr>
      <p:grpSpPr>
        <a:xfrm>
          <a:off x="0" y="0"/>
          <a:ext cx="0" cy="0"/>
          <a:chOff x="0" y="0"/>
          <a:chExt cx="0" cy="0"/>
        </a:xfrm>
      </p:grpSpPr>
      <p:cxnSp>
        <p:nvCxnSpPr>
          <p:cNvPr id="526" name="Google Shape;526;p24"/>
          <p:cNvCxnSpPr/>
          <p:nvPr/>
        </p:nvCxnSpPr>
        <p:spPr>
          <a:xfrm rot="10800000">
            <a:off x="1040500" y="3903425"/>
            <a:ext cx="7582200" cy="0"/>
          </a:xfrm>
          <a:prstGeom prst="straightConnector1">
            <a:avLst/>
          </a:prstGeom>
          <a:noFill/>
          <a:ln cap="flat" cmpd="sng" w="9525">
            <a:solidFill>
              <a:schemeClr val="lt1"/>
            </a:solidFill>
            <a:prstDash val="solid"/>
            <a:round/>
            <a:headEnd len="sm" w="sm" type="none"/>
            <a:tailEnd len="sm" w="sm" type="none"/>
          </a:ln>
        </p:spPr>
      </p:cxnSp>
      <p:sp>
        <p:nvSpPr>
          <p:cNvPr id="527" name="Google Shape;527;p24"/>
          <p:cNvSpPr txBox="1"/>
          <p:nvPr>
            <p:ph idx="1"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SzPts val="800"/>
              <a:buFont typeface="Inter"/>
              <a:buNone/>
              <a:defRPr sz="800"/>
            </a:lvl1pPr>
            <a:lvl2pPr lvl="1">
              <a:spcBef>
                <a:spcPts val="0"/>
              </a:spcBef>
              <a:spcAft>
                <a:spcPts val="0"/>
              </a:spcAft>
              <a:buSzPts val="800"/>
              <a:buFont typeface="Inter"/>
              <a:buNone/>
              <a:defRPr sz="800"/>
            </a:lvl2pPr>
            <a:lvl3pPr lvl="2">
              <a:spcBef>
                <a:spcPts val="0"/>
              </a:spcBef>
              <a:spcAft>
                <a:spcPts val="0"/>
              </a:spcAft>
              <a:buSzPts val="800"/>
              <a:buFont typeface="Inter"/>
              <a:buNone/>
              <a:defRPr sz="800"/>
            </a:lvl3pPr>
            <a:lvl4pPr lvl="3">
              <a:spcBef>
                <a:spcPts val="0"/>
              </a:spcBef>
              <a:spcAft>
                <a:spcPts val="0"/>
              </a:spcAft>
              <a:buSzPts val="800"/>
              <a:buFont typeface="Inter"/>
              <a:buNone/>
              <a:defRPr sz="800"/>
            </a:lvl4pPr>
            <a:lvl5pPr lvl="4">
              <a:spcBef>
                <a:spcPts val="0"/>
              </a:spcBef>
              <a:spcAft>
                <a:spcPts val="0"/>
              </a:spcAft>
              <a:buSzPts val="800"/>
              <a:buFont typeface="Inter"/>
              <a:buNone/>
              <a:defRPr sz="800"/>
            </a:lvl5pPr>
            <a:lvl6pPr lvl="5">
              <a:spcBef>
                <a:spcPts val="0"/>
              </a:spcBef>
              <a:spcAft>
                <a:spcPts val="0"/>
              </a:spcAft>
              <a:buSzPts val="800"/>
              <a:buFont typeface="Inter"/>
              <a:buNone/>
              <a:defRPr sz="800"/>
            </a:lvl6pPr>
            <a:lvl7pPr lvl="6">
              <a:spcBef>
                <a:spcPts val="0"/>
              </a:spcBef>
              <a:spcAft>
                <a:spcPts val="0"/>
              </a:spcAft>
              <a:buSzPts val="800"/>
              <a:buFont typeface="Inter"/>
              <a:buNone/>
              <a:defRPr sz="800"/>
            </a:lvl7pPr>
            <a:lvl8pPr lvl="7">
              <a:spcBef>
                <a:spcPts val="0"/>
              </a:spcBef>
              <a:spcAft>
                <a:spcPts val="0"/>
              </a:spcAft>
              <a:buSzPts val="800"/>
              <a:buFont typeface="Inter"/>
              <a:buNone/>
              <a:defRPr sz="800"/>
            </a:lvl8pPr>
            <a:lvl9pPr lvl="8">
              <a:spcBef>
                <a:spcPts val="0"/>
              </a:spcBef>
              <a:spcAft>
                <a:spcPts val="0"/>
              </a:spcAft>
              <a:buSzPts val="800"/>
              <a:buFont typeface="Inter"/>
              <a:buNone/>
              <a:defRPr sz="800"/>
            </a:lvl9pPr>
          </a:lstStyle>
          <a:p/>
        </p:txBody>
      </p:sp>
      <p:sp>
        <p:nvSpPr>
          <p:cNvPr id="528" name="Google Shape;528;p24"/>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SzPts val="800"/>
              <a:buFont typeface="Inter"/>
              <a:buNone/>
              <a:defRPr sz="800"/>
            </a:lvl1pPr>
            <a:lvl2pPr lvl="1" algn="r">
              <a:spcBef>
                <a:spcPts val="0"/>
              </a:spcBef>
              <a:spcAft>
                <a:spcPts val="0"/>
              </a:spcAft>
              <a:buSzPts val="800"/>
              <a:buFont typeface="Inter"/>
              <a:buNone/>
              <a:defRPr sz="800"/>
            </a:lvl2pPr>
            <a:lvl3pPr lvl="2" algn="r">
              <a:spcBef>
                <a:spcPts val="0"/>
              </a:spcBef>
              <a:spcAft>
                <a:spcPts val="0"/>
              </a:spcAft>
              <a:buSzPts val="800"/>
              <a:buFont typeface="Inter"/>
              <a:buNone/>
              <a:defRPr sz="800"/>
            </a:lvl3pPr>
            <a:lvl4pPr lvl="3" algn="r">
              <a:spcBef>
                <a:spcPts val="0"/>
              </a:spcBef>
              <a:spcAft>
                <a:spcPts val="0"/>
              </a:spcAft>
              <a:buSzPts val="800"/>
              <a:buFont typeface="Inter"/>
              <a:buNone/>
              <a:defRPr sz="800"/>
            </a:lvl4pPr>
            <a:lvl5pPr lvl="4" algn="r">
              <a:spcBef>
                <a:spcPts val="0"/>
              </a:spcBef>
              <a:spcAft>
                <a:spcPts val="0"/>
              </a:spcAft>
              <a:buSzPts val="800"/>
              <a:buFont typeface="Inter"/>
              <a:buNone/>
              <a:defRPr sz="800"/>
            </a:lvl5pPr>
            <a:lvl6pPr lvl="5" algn="r">
              <a:spcBef>
                <a:spcPts val="0"/>
              </a:spcBef>
              <a:spcAft>
                <a:spcPts val="0"/>
              </a:spcAft>
              <a:buSzPts val="800"/>
              <a:buFont typeface="Inter"/>
              <a:buNone/>
              <a:defRPr sz="800"/>
            </a:lvl6pPr>
            <a:lvl7pPr lvl="6" algn="r">
              <a:spcBef>
                <a:spcPts val="0"/>
              </a:spcBef>
              <a:spcAft>
                <a:spcPts val="0"/>
              </a:spcAft>
              <a:buSzPts val="800"/>
              <a:buFont typeface="Inter"/>
              <a:buNone/>
              <a:defRPr sz="800"/>
            </a:lvl7pPr>
            <a:lvl8pPr lvl="7" algn="r">
              <a:spcBef>
                <a:spcPts val="0"/>
              </a:spcBef>
              <a:spcAft>
                <a:spcPts val="0"/>
              </a:spcAft>
              <a:buSzPts val="800"/>
              <a:buFont typeface="Inter"/>
              <a:buNone/>
              <a:defRPr sz="800"/>
            </a:lvl8pPr>
            <a:lvl9pPr lvl="8" algn="r">
              <a:spcBef>
                <a:spcPts val="0"/>
              </a:spcBef>
              <a:spcAft>
                <a:spcPts val="0"/>
              </a:spcAft>
              <a:buSzPts val="800"/>
              <a:buFont typeface="Inter"/>
              <a:buNone/>
              <a:defRPr sz="800"/>
            </a:lvl9pPr>
          </a:lstStyle>
          <a:p/>
        </p:txBody>
      </p:sp>
      <p:sp>
        <p:nvSpPr>
          <p:cNvPr id="529" name="Google Shape;529;p24"/>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SzPts val="800"/>
              <a:buFont typeface="Inter"/>
              <a:buNone/>
              <a:defRPr sz="800"/>
            </a:lvl1pPr>
            <a:lvl2pPr lvl="1" algn="r">
              <a:spcBef>
                <a:spcPts val="0"/>
              </a:spcBef>
              <a:spcAft>
                <a:spcPts val="0"/>
              </a:spcAft>
              <a:buSzPts val="800"/>
              <a:buFont typeface="Inter"/>
              <a:buNone/>
              <a:defRPr sz="800"/>
            </a:lvl2pPr>
            <a:lvl3pPr lvl="2" algn="r">
              <a:spcBef>
                <a:spcPts val="0"/>
              </a:spcBef>
              <a:spcAft>
                <a:spcPts val="0"/>
              </a:spcAft>
              <a:buSzPts val="800"/>
              <a:buFont typeface="Inter"/>
              <a:buNone/>
              <a:defRPr sz="800"/>
            </a:lvl3pPr>
            <a:lvl4pPr lvl="3" algn="r">
              <a:spcBef>
                <a:spcPts val="0"/>
              </a:spcBef>
              <a:spcAft>
                <a:spcPts val="0"/>
              </a:spcAft>
              <a:buSzPts val="800"/>
              <a:buFont typeface="Inter"/>
              <a:buNone/>
              <a:defRPr sz="800"/>
            </a:lvl4pPr>
            <a:lvl5pPr lvl="4" algn="r">
              <a:spcBef>
                <a:spcPts val="0"/>
              </a:spcBef>
              <a:spcAft>
                <a:spcPts val="0"/>
              </a:spcAft>
              <a:buSzPts val="800"/>
              <a:buFont typeface="Inter"/>
              <a:buNone/>
              <a:defRPr sz="800"/>
            </a:lvl5pPr>
            <a:lvl6pPr lvl="5" algn="r">
              <a:spcBef>
                <a:spcPts val="0"/>
              </a:spcBef>
              <a:spcAft>
                <a:spcPts val="0"/>
              </a:spcAft>
              <a:buSzPts val="800"/>
              <a:buFont typeface="Inter"/>
              <a:buNone/>
              <a:defRPr sz="800"/>
            </a:lvl6pPr>
            <a:lvl7pPr lvl="6" algn="r">
              <a:spcBef>
                <a:spcPts val="0"/>
              </a:spcBef>
              <a:spcAft>
                <a:spcPts val="0"/>
              </a:spcAft>
              <a:buSzPts val="800"/>
              <a:buFont typeface="Inter"/>
              <a:buNone/>
              <a:defRPr sz="800"/>
            </a:lvl7pPr>
            <a:lvl8pPr lvl="7" algn="r">
              <a:spcBef>
                <a:spcPts val="0"/>
              </a:spcBef>
              <a:spcAft>
                <a:spcPts val="0"/>
              </a:spcAft>
              <a:buSzPts val="800"/>
              <a:buFont typeface="Inter"/>
              <a:buNone/>
              <a:defRPr sz="800"/>
            </a:lvl8pPr>
            <a:lvl9pPr lvl="8" algn="r">
              <a:spcBef>
                <a:spcPts val="0"/>
              </a:spcBef>
              <a:spcAft>
                <a:spcPts val="0"/>
              </a:spcAft>
              <a:buSzPts val="800"/>
              <a:buFont typeface="Inter"/>
              <a:buNone/>
              <a:defRPr sz="800"/>
            </a:lvl9pPr>
          </a:lstStyle>
          <a:p/>
        </p:txBody>
      </p:sp>
      <p:cxnSp>
        <p:nvCxnSpPr>
          <p:cNvPr id="530" name="Google Shape;530;p24"/>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531" name="Google Shape;531;p2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532" name="Google Shape;532;p24"/>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533" name="Google Shape;533;p24"/>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534" name="Google Shape;534;p24"/>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535" name="Google Shape;535;p24"/>
          <p:cNvSpPr txBox="1"/>
          <p:nvPr>
            <p:ph idx="4" type="body"/>
          </p:nvPr>
        </p:nvSpPr>
        <p:spPr>
          <a:xfrm>
            <a:off x="1821800" y="3903425"/>
            <a:ext cx="4167900" cy="779700"/>
          </a:xfrm>
          <a:prstGeom prst="rect">
            <a:avLst/>
          </a:prstGeom>
        </p:spPr>
        <p:txBody>
          <a:bodyPr anchorCtr="0" anchor="ctr" bIns="0" lIns="274300" spcFirstLastPara="1" rIns="182875" wrap="square" tIns="0">
            <a:norm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cxnSp>
        <p:nvCxnSpPr>
          <p:cNvPr id="536" name="Google Shape;536;p24"/>
          <p:cNvCxnSpPr/>
          <p:nvPr/>
        </p:nvCxnSpPr>
        <p:spPr>
          <a:xfrm rot="10800000">
            <a:off x="1040500" y="4683125"/>
            <a:ext cx="7582200" cy="0"/>
          </a:xfrm>
          <a:prstGeom prst="straightConnector1">
            <a:avLst/>
          </a:prstGeom>
          <a:noFill/>
          <a:ln cap="flat" cmpd="sng" w="9525">
            <a:solidFill>
              <a:schemeClr val="lt1"/>
            </a:solidFill>
            <a:prstDash val="solid"/>
            <a:round/>
            <a:headEnd len="sm" w="sm" type="none"/>
            <a:tailEnd len="sm" w="sm" type="none"/>
          </a:ln>
        </p:spPr>
      </p:cxnSp>
      <p:sp>
        <p:nvSpPr>
          <p:cNvPr id="537" name="Google Shape;537;p24"/>
          <p:cNvSpPr/>
          <p:nvPr>
            <p:ph idx="5" type="pic"/>
          </p:nvPr>
        </p:nvSpPr>
        <p:spPr>
          <a:xfrm>
            <a:off x="1046150" y="3907375"/>
            <a:ext cx="771600" cy="771600"/>
          </a:xfrm>
          <a:prstGeom prst="rect">
            <a:avLst/>
          </a:prstGeom>
          <a:noFill/>
          <a:ln>
            <a:noFill/>
          </a:ln>
        </p:spPr>
      </p:sp>
      <p:sp>
        <p:nvSpPr>
          <p:cNvPr id="538" name="Google Shape;538;p24"/>
          <p:cNvSpPr txBox="1"/>
          <p:nvPr>
            <p:ph type="title"/>
          </p:nvPr>
        </p:nvSpPr>
        <p:spPr>
          <a:xfrm flipH="1">
            <a:off x="1046200" y="722375"/>
            <a:ext cx="5726100" cy="1571100"/>
          </a:xfrm>
          <a:prstGeom prst="rect">
            <a:avLst/>
          </a:prstGeom>
        </p:spPr>
        <p:txBody>
          <a:bodyPr anchorCtr="0" anchor="t" bIns="91425" lIns="274300" spcFirstLastPara="1" rIns="91425" wrap="square" tIns="91425">
            <a:normAutofit/>
          </a:bodyPr>
          <a:lstStyle>
            <a:lvl1pPr lvl="0">
              <a:lnSpc>
                <a:spcPct val="80000"/>
              </a:lnSpc>
              <a:spcBef>
                <a:spcPts val="0"/>
              </a:spcBef>
              <a:spcAft>
                <a:spcPts val="0"/>
              </a:spcAft>
              <a:buSzPts val="5500"/>
              <a:buFont typeface="Gowun Batang"/>
              <a:buNone/>
              <a:defRPr sz="5500"/>
            </a:lvl1pPr>
            <a:lvl2pPr lvl="1">
              <a:lnSpc>
                <a:spcPct val="80000"/>
              </a:lnSpc>
              <a:spcBef>
                <a:spcPts val="0"/>
              </a:spcBef>
              <a:spcAft>
                <a:spcPts val="0"/>
              </a:spcAft>
              <a:buSzPts val="5500"/>
              <a:buNone/>
              <a:defRPr sz="5500"/>
            </a:lvl2pPr>
            <a:lvl3pPr lvl="2">
              <a:lnSpc>
                <a:spcPct val="80000"/>
              </a:lnSpc>
              <a:spcBef>
                <a:spcPts val="0"/>
              </a:spcBef>
              <a:spcAft>
                <a:spcPts val="0"/>
              </a:spcAft>
              <a:buSzPts val="5500"/>
              <a:buNone/>
              <a:defRPr sz="5500"/>
            </a:lvl3pPr>
            <a:lvl4pPr lvl="3">
              <a:lnSpc>
                <a:spcPct val="80000"/>
              </a:lnSpc>
              <a:spcBef>
                <a:spcPts val="0"/>
              </a:spcBef>
              <a:spcAft>
                <a:spcPts val="0"/>
              </a:spcAft>
              <a:buSzPts val="5500"/>
              <a:buNone/>
              <a:defRPr sz="5500"/>
            </a:lvl4pPr>
            <a:lvl5pPr lvl="4">
              <a:lnSpc>
                <a:spcPct val="80000"/>
              </a:lnSpc>
              <a:spcBef>
                <a:spcPts val="0"/>
              </a:spcBef>
              <a:spcAft>
                <a:spcPts val="0"/>
              </a:spcAft>
              <a:buSzPts val="5500"/>
              <a:buNone/>
              <a:defRPr sz="5500"/>
            </a:lvl5pPr>
            <a:lvl6pPr lvl="5">
              <a:lnSpc>
                <a:spcPct val="80000"/>
              </a:lnSpc>
              <a:spcBef>
                <a:spcPts val="0"/>
              </a:spcBef>
              <a:spcAft>
                <a:spcPts val="0"/>
              </a:spcAft>
              <a:buSzPts val="5500"/>
              <a:buNone/>
              <a:defRPr sz="5500"/>
            </a:lvl6pPr>
            <a:lvl7pPr lvl="6">
              <a:lnSpc>
                <a:spcPct val="80000"/>
              </a:lnSpc>
              <a:spcBef>
                <a:spcPts val="0"/>
              </a:spcBef>
              <a:spcAft>
                <a:spcPts val="0"/>
              </a:spcAft>
              <a:buSzPts val="5500"/>
              <a:buNone/>
              <a:defRPr sz="5500"/>
            </a:lvl7pPr>
            <a:lvl8pPr lvl="7">
              <a:lnSpc>
                <a:spcPct val="80000"/>
              </a:lnSpc>
              <a:spcBef>
                <a:spcPts val="0"/>
              </a:spcBef>
              <a:spcAft>
                <a:spcPts val="0"/>
              </a:spcAft>
              <a:buSzPts val="5500"/>
              <a:buNone/>
              <a:defRPr sz="5500"/>
            </a:lvl8pPr>
            <a:lvl9pPr lvl="8">
              <a:lnSpc>
                <a:spcPct val="80000"/>
              </a:lnSpc>
              <a:spcBef>
                <a:spcPts val="0"/>
              </a:spcBef>
              <a:spcAft>
                <a:spcPts val="0"/>
              </a:spcAft>
              <a:buSzPts val="5500"/>
              <a:buNone/>
              <a:defRPr sz="55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p:cSld name="BLANK_4">
    <p:bg>
      <p:bgPr>
        <a:solidFill>
          <a:schemeClr val="lt1"/>
        </a:solidFill>
      </p:bgPr>
    </p:bg>
    <p:spTree>
      <p:nvGrpSpPr>
        <p:cNvPr id="539" name="Shape 539"/>
        <p:cNvGrpSpPr/>
        <p:nvPr/>
      </p:nvGrpSpPr>
      <p:grpSpPr>
        <a:xfrm>
          <a:off x="0" y="0"/>
          <a:ext cx="0" cy="0"/>
          <a:chOff x="0" y="0"/>
          <a:chExt cx="0" cy="0"/>
        </a:xfrm>
      </p:grpSpPr>
      <p:grpSp>
        <p:nvGrpSpPr>
          <p:cNvPr id="540" name="Google Shape;540;p25"/>
          <p:cNvGrpSpPr/>
          <p:nvPr/>
        </p:nvGrpSpPr>
        <p:grpSpPr>
          <a:xfrm>
            <a:off x="-800" y="-150"/>
            <a:ext cx="9145250" cy="5144250"/>
            <a:chOff x="-800" y="-150"/>
            <a:chExt cx="9145250" cy="5144250"/>
          </a:xfrm>
        </p:grpSpPr>
        <p:cxnSp>
          <p:nvCxnSpPr>
            <p:cNvPr id="541" name="Google Shape;541;p25"/>
            <p:cNvCxnSpPr/>
            <p:nvPr/>
          </p:nvCxnSpPr>
          <p:spPr>
            <a:xfrm>
              <a:off x="514575" y="-15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542" name="Google Shape;542;p25"/>
            <p:cNvCxnSpPr/>
            <p:nvPr/>
          </p:nvCxnSpPr>
          <p:spPr>
            <a:xfrm rot="10800000">
              <a:off x="-800" y="52112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43" name="Google Shape;543;p25"/>
            <p:cNvCxnSpPr/>
            <p:nvPr/>
          </p:nvCxnSpPr>
          <p:spPr>
            <a:xfrm>
              <a:off x="7228800" y="450"/>
              <a:ext cx="0" cy="521400"/>
            </a:xfrm>
            <a:prstGeom prst="straightConnector1">
              <a:avLst/>
            </a:prstGeom>
            <a:noFill/>
            <a:ln cap="flat" cmpd="sng" w="9525">
              <a:solidFill>
                <a:schemeClr val="accent6"/>
              </a:solidFill>
              <a:prstDash val="solid"/>
              <a:round/>
              <a:headEnd len="sm" w="sm" type="none"/>
              <a:tailEnd len="sm" w="sm" type="none"/>
            </a:ln>
          </p:spPr>
        </p:cxnSp>
        <p:cxnSp>
          <p:nvCxnSpPr>
            <p:cNvPr id="544" name="Google Shape;544;p25"/>
            <p:cNvCxnSpPr/>
            <p:nvPr/>
          </p:nvCxnSpPr>
          <p:spPr>
            <a:xfrm>
              <a:off x="8622600" y="528"/>
              <a:ext cx="0" cy="5143200"/>
            </a:xfrm>
            <a:prstGeom prst="straightConnector1">
              <a:avLst/>
            </a:prstGeom>
            <a:noFill/>
            <a:ln cap="flat" cmpd="sng" w="9525">
              <a:solidFill>
                <a:schemeClr val="accent6"/>
              </a:solidFill>
              <a:prstDash val="solid"/>
              <a:round/>
              <a:headEnd len="sm" w="sm" type="none"/>
              <a:tailEnd len="sm" w="sm" type="none"/>
            </a:ln>
          </p:spPr>
        </p:cxnSp>
        <p:cxnSp>
          <p:nvCxnSpPr>
            <p:cNvPr id="545" name="Google Shape;545;p25"/>
            <p:cNvCxnSpPr/>
            <p:nvPr/>
          </p:nvCxnSpPr>
          <p:spPr>
            <a:xfrm rot="10800000">
              <a:off x="-450" y="36104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46" name="Google Shape;546;p25"/>
            <p:cNvCxnSpPr/>
            <p:nvPr/>
          </p:nvCxnSpPr>
          <p:spPr>
            <a:xfrm rot="10800000">
              <a:off x="-450" y="46195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47" name="Google Shape;547;p25"/>
            <p:cNvCxnSpPr/>
            <p:nvPr/>
          </p:nvCxnSpPr>
          <p:spPr>
            <a:xfrm>
              <a:off x="7228850" y="3609300"/>
              <a:ext cx="0" cy="1534800"/>
            </a:xfrm>
            <a:prstGeom prst="straightConnector1">
              <a:avLst/>
            </a:prstGeom>
            <a:noFill/>
            <a:ln cap="flat" cmpd="sng" w="9525">
              <a:solidFill>
                <a:schemeClr val="accent6"/>
              </a:solidFill>
              <a:prstDash val="solid"/>
              <a:round/>
              <a:headEnd len="sm" w="sm" type="none"/>
              <a:tailEnd len="sm" w="sm" type="none"/>
            </a:ln>
          </p:spPr>
        </p:cxnSp>
      </p:grpSp>
      <p:sp>
        <p:nvSpPr>
          <p:cNvPr id="548" name="Google Shape;548;p25"/>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4400"/>
              <a:buFont typeface="Gowun Batang"/>
              <a:buNone/>
              <a:defRPr sz="4400">
                <a:solidFill>
                  <a:schemeClr val="dk1"/>
                </a:solidFill>
              </a:defRPr>
            </a:lvl2pPr>
            <a:lvl3pPr lvl="2">
              <a:lnSpc>
                <a:spcPct val="80000"/>
              </a:lnSpc>
              <a:spcBef>
                <a:spcPts val="0"/>
              </a:spcBef>
              <a:spcAft>
                <a:spcPts val="0"/>
              </a:spcAft>
              <a:buClr>
                <a:schemeClr val="dk1"/>
              </a:buClr>
              <a:buSzPts val="4400"/>
              <a:buFont typeface="Gowun Batang"/>
              <a:buNone/>
              <a:defRPr sz="4400">
                <a:solidFill>
                  <a:schemeClr val="dk1"/>
                </a:solidFill>
              </a:defRPr>
            </a:lvl3pPr>
            <a:lvl4pPr lvl="3">
              <a:lnSpc>
                <a:spcPct val="80000"/>
              </a:lnSpc>
              <a:spcBef>
                <a:spcPts val="0"/>
              </a:spcBef>
              <a:spcAft>
                <a:spcPts val="0"/>
              </a:spcAft>
              <a:buClr>
                <a:schemeClr val="dk1"/>
              </a:buClr>
              <a:buSzPts val="4400"/>
              <a:buFont typeface="Gowun Batang"/>
              <a:buNone/>
              <a:defRPr sz="4400">
                <a:solidFill>
                  <a:schemeClr val="dk1"/>
                </a:solidFill>
              </a:defRPr>
            </a:lvl4pPr>
            <a:lvl5pPr lvl="4">
              <a:lnSpc>
                <a:spcPct val="80000"/>
              </a:lnSpc>
              <a:spcBef>
                <a:spcPts val="0"/>
              </a:spcBef>
              <a:spcAft>
                <a:spcPts val="0"/>
              </a:spcAft>
              <a:buClr>
                <a:schemeClr val="dk1"/>
              </a:buClr>
              <a:buSzPts val="4400"/>
              <a:buFont typeface="Gowun Batang"/>
              <a:buNone/>
              <a:defRPr sz="4400">
                <a:solidFill>
                  <a:schemeClr val="dk1"/>
                </a:solidFill>
              </a:defRPr>
            </a:lvl5pPr>
            <a:lvl6pPr lvl="5">
              <a:lnSpc>
                <a:spcPct val="80000"/>
              </a:lnSpc>
              <a:spcBef>
                <a:spcPts val="0"/>
              </a:spcBef>
              <a:spcAft>
                <a:spcPts val="0"/>
              </a:spcAft>
              <a:buClr>
                <a:schemeClr val="dk1"/>
              </a:buClr>
              <a:buSzPts val="4400"/>
              <a:buFont typeface="Gowun Batang"/>
              <a:buNone/>
              <a:defRPr sz="4400">
                <a:solidFill>
                  <a:schemeClr val="dk1"/>
                </a:solidFill>
              </a:defRPr>
            </a:lvl6pPr>
            <a:lvl7pPr lvl="6">
              <a:lnSpc>
                <a:spcPct val="80000"/>
              </a:lnSpc>
              <a:spcBef>
                <a:spcPts val="0"/>
              </a:spcBef>
              <a:spcAft>
                <a:spcPts val="0"/>
              </a:spcAft>
              <a:buClr>
                <a:schemeClr val="dk1"/>
              </a:buClr>
              <a:buSzPts val="4400"/>
              <a:buFont typeface="Gowun Batang"/>
              <a:buNone/>
              <a:defRPr sz="4400">
                <a:solidFill>
                  <a:schemeClr val="dk1"/>
                </a:solidFill>
              </a:defRPr>
            </a:lvl7pPr>
            <a:lvl8pPr lvl="7">
              <a:lnSpc>
                <a:spcPct val="80000"/>
              </a:lnSpc>
              <a:spcBef>
                <a:spcPts val="0"/>
              </a:spcBef>
              <a:spcAft>
                <a:spcPts val="0"/>
              </a:spcAft>
              <a:buClr>
                <a:schemeClr val="dk1"/>
              </a:buClr>
              <a:buSzPts val="4400"/>
              <a:buFont typeface="Gowun Batang"/>
              <a:buNone/>
              <a:defRPr sz="4400">
                <a:solidFill>
                  <a:schemeClr val="dk1"/>
                </a:solidFill>
              </a:defRPr>
            </a:lvl8pPr>
            <a:lvl9pPr lvl="8">
              <a:lnSpc>
                <a:spcPct val="80000"/>
              </a:lnSpc>
              <a:spcBef>
                <a:spcPts val="0"/>
              </a:spcBef>
              <a:spcAft>
                <a:spcPts val="0"/>
              </a:spcAft>
              <a:buClr>
                <a:schemeClr val="dk1"/>
              </a:buClr>
              <a:buSzPts val="4400"/>
              <a:buFont typeface="Gowun Batang"/>
              <a:buNone/>
              <a:defRPr sz="4400">
                <a:solidFill>
                  <a:schemeClr val="dk1"/>
                </a:solidFill>
              </a:defRPr>
            </a:lvl9pPr>
          </a:lstStyle>
          <a:p/>
        </p:txBody>
      </p:sp>
      <p:sp>
        <p:nvSpPr>
          <p:cNvPr id="549" name="Google Shape;549;p25"/>
          <p:cNvSpPr txBox="1"/>
          <p:nvPr>
            <p:ph idx="1" type="subTitle"/>
          </p:nvPr>
        </p:nvSpPr>
        <p:spPr>
          <a:xfrm>
            <a:off x="518400" y="3609525"/>
            <a:ext cx="6710400" cy="1010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_1_1_1_1_1_1_1_1_1_1">
    <p:bg>
      <p:bgPr>
        <a:solidFill>
          <a:schemeClr val="lt2"/>
        </a:solidFill>
      </p:bgPr>
    </p:bg>
    <p:spTree>
      <p:nvGrpSpPr>
        <p:cNvPr id="550" name="Shape 550"/>
        <p:cNvGrpSpPr/>
        <p:nvPr/>
      </p:nvGrpSpPr>
      <p:grpSpPr>
        <a:xfrm>
          <a:off x="0" y="0"/>
          <a:ext cx="0" cy="0"/>
          <a:chOff x="0" y="0"/>
          <a:chExt cx="0" cy="0"/>
        </a:xfrm>
      </p:grpSpPr>
      <p:grpSp>
        <p:nvGrpSpPr>
          <p:cNvPr id="551" name="Google Shape;551;p26"/>
          <p:cNvGrpSpPr/>
          <p:nvPr/>
        </p:nvGrpSpPr>
        <p:grpSpPr>
          <a:xfrm rot="5400000">
            <a:off x="596065" y="4459673"/>
            <a:ext cx="369896" cy="333900"/>
            <a:chOff x="96076" y="654376"/>
            <a:chExt cx="369896" cy="333900"/>
          </a:xfrm>
        </p:grpSpPr>
        <p:cxnSp>
          <p:nvCxnSpPr>
            <p:cNvPr id="552" name="Google Shape;552;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53" name="Google Shape;553;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54" name="Google Shape;554;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555" name="Google Shape;555;p26"/>
          <p:cNvGrpSpPr/>
          <p:nvPr/>
        </p:nvGrpSpPr>
        <p:grpSpPr>
          <a:xfrm rot="5400000">
            <a:off x="596065" y="3723173"/>
            <a:ext cx="369896" cy="333900"/>
            <a:chOff x="96076" y="654376"/>
            <a:chExt cx="369896" cy="333900"/>
          </a:xfrm>
        </p:grpSpPr>
        <p:cxnSp>
          <p:nvCxnSpPr>
            <p:cNvPr id="556" name="Google Shape;556;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57" name="Google Shape;557;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58" name="Google Shape;558;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559" name="Google Shape;559;p26"/>
          <p:cNvGrpSpPr/>
          <p:nvPr/>
        </p:nvGrpSpPr>
        <p:grpSpPr>
          <a:xfrm rot="5400000">
            <a:off x="596065" y="2986673"/>
            <a:ext cx="369896" cy="333900"/>
            <a:chOff x="96076" y="654376"/>
            <a:chExt cx="369896" cy="333900"/>
          </a:xfrm>
        </p:grpSpPr>
        <p:cxnSp>
          <p:nvCxnSpPr>
            <p:cNvPr id="560" name="Google Shape;560;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61" name="Google Shape;561;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62" name="Google Shape;562;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563" name="Google Shape;563;p26"/>
          <p:cNvGrpSpPr/>
          <p:nvPr/>
        </p:nvGrpSpPr>
        <p:grpSpPr>
          <a:xfrm rot="5400000">
            <a:off x="596065" y="2250173"/>
            <a:ext cx="369896" cy="333900"/>
            <a:chOff x="96076" y="654376"/>
            <a:chExt cx="369896" cy="333900"/>
          </a:xfrm>
        </p:grpSpPr>
        <p:cxnSp>
          <p:nvCxnSpPr>
            <p:cNvPr id="564" name="Google Shape;564;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65" name="Google Shape;565;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66" name="Google Shape;566;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567" name="Google Shape;567;p26"/>
          <p:cNvGrpSpPr/>
          <p:nvPr/>
        </p:nvGrpSpPr>
        <p:grpSpPr>
          <a:xfrm rot="5400000">
            <a:off x="594827" y="1513673"/>
            <a:ext cx="369896" cy="333900"/>
            <a:chOff x="96076" y="654376"/>
            <a:chExt cx="369896" cy="333900"/>
          </a:xfrm>
        </p:grpSpPr>
        <p:cxnSp>
          <p:nvCxnSpPr>
            <p:cNvPr id="568" name="Google Shape;568;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69" name="Google Shape;569;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70" name="Google Shape;570;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571" name="Google Shape;571;p26"/>
          <p:cNvGrpSpPr/>
          <p:nvPr/>
        </p:nvGrpSpPr>
        <p:grpSpPr>
          <a:xfrm rot="5400000">
            <a:off x="594827" y="777173"/>
            <a:ext cx="369896" cy="333900"/>
            <a:chOff x="96076" y="654376"/>
            <a:chExt cx="369896" cy="333900"/>
          </a:xfrm>
        </p:grpSpPr>
        <p:cxnSp>
          <p:nvCxnSpPr>
            <p:cNvPr id="572" name="Google Shape;572;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73" name="Google Shape;573;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74" name="Google Shape;574;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575" name="Google Shape;575;p26"/>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576" name="Google Shape;576;p2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577" name="Google Shape;577;p26"/>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578" name="Google Shape;578;p26"/>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579" name="Google Shape;579;p26"/>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sp>
        <p:nvSpPr>
          <p:cNvPr id="580" name="Google Shape;580;p26"/>
          <p:cNvSpPr txBox="1"/>
          <p:nvPr>
            <p:ph type="title"/>
          </p:nvPr>
        </p:nvSpPr>
        <p:spPr>
          <a:xfrm>
            <a:off x="1042100" y="334925"/>
            <a:ext cx="7576500" cy="329700"/>
          </a:xfrm>
          <a:prstGeom prst="rect">
            <a:avLst/>
          </a:prstGeom>
        </p:spPr>
        <p:txBody>
          <a:bodyPr anchorCtr="0" anchor="ctr" bIns="0" lIns="274300" spcFirstLastPara="1" rIns="91425" wrap="square" tIns="91425">
            <a:normAutofit/>
          </a:bodyPr>
          <a:lstStyle>
            <a:lvl1pPr lvl="0">
              <a:lnSpc>
                <a:spcPct val="115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cxnSp>
        <p:nvCxnSpPr>
          <p:cNvPr id="581" name="Google Shape;581;p26"/>
          <p:cNvCxnSpPr/>
          <p:nvPr/>
        </p:nvCxnSpPr>
        <p:spPr>
          <a:xfrm>
            <a:off x="1045950" y="2053193"/>
            <a:ext cx="8098500" cy="0"/>
          </a:xfrm>
          <a:prstGeom prst="straightConnector1">
            <a:avLst/>
          </a:prstGeom>
          <a:noFill/>
          <a:ln cap="flat" cmpd="sng" w="9525">
            <a:solidFill>
              <a:schemeClr val="lt1"/>
            </a:solidFill>
            <a:prstDash val="solid"/>
            <a:round/>
            <a:headEnd len="sm" w="sm" type="none"/>
            <a:tailEnd len="sm" w="sm" type="none"/>
          </a:ln>
        </p:spPr>
      </p:cxnSp>
      <p:cxnSp>
        <p:nvCxnSpPr>
          <p:cNvPr id="582" name="Google Shape;582;p26"/>
          <p:cNvCxnSpPr/>
          <p:nvPr/>
        </p:nvCxnSpPr>
        <p:spPr>
          <a:xfrm>
            <a:off x="1045950" y="2800742"/>
            <a:ext cx="8098500" cy="0"/>
          </a:xfrm>
          <a:prstGeom prst="straightConnector1">
            <a:avLst/>
          </a:prstGeom>
          <a:noFill/>
          <a:ln cap="flat" cmpd="sng" w="9525">
            <a:solidFill>
              <a:schemeClr val="lt1"/>
            </a:solidFill>
            <a:prstDash val="solid"/>
            <a:round/>
            <a:headEnd len="sm" w="sm" type="none"/>
            <a:tailEnd len="sm" w="sm" type="none"/>
          </a:ln>
        </p:spPr>
      </p:cxnSp>
      <p:cxnSp>
        <p:nvCxnSpPr>
          <p:cNvPr id="583" name="Google Shape;583;p26"/>
          <p:cNvCxnSpPr/>
          <p:nvPr/>
        </p:nvCxnSpPr>
        <p:spPr>
          <a:xfrm>
            <a:off x="1045950" y="3542475"/>
            <a:ext cx="8098500" cy="0"/>
          </a:xfrm>
          <a:prstGeom prst="straightConnector1">
            <a:avLst/>
          </a:prstGeom>
          <a:noFill/>
          <a:ln cap="flat" cmpd="sng" w="9525">
            <a:solidFill>
              <a:schemeClr val="lt1"/>
            </a:solidFill>
            <a:prstDash val="solid"/>
            <a:round/>
            <a:headEnd len="sm" w="sm" type="none"/>
            <a:tailEnd len="sm" w="sm" type="none"/>
          </a:ln>
        </p:spPr>
      </p:cxnSp>
      <p:cxnSp>
        <p:nvCxnSpPr>
          <p:cNvPr id="584" name="Google Shape;584;p26"/>
          <p:cNvCxnSpPr/>
          <p:nvPr/>
        </p:nvCxnSpPr>
        <p:spPr>
          <a:xfrm>
            <a:off x="1045950" y="4297588"/>
            <a:ext cx="8098500" cy="0"/>
          </a:xfrm>
          <a:prstGeom prst="straightConnector1">
            <a:avLst/>
          </a:prstGeom>
          <a:noFill/>
          <a:ln cap="flat" cmpd="sng" w="9525">
            <a:solidFill>
              <a:schemeClr val="lt1"/>
            </a:solidFill>
            <a:prstDash val="solid"/>
            <a:round/>
            <a:headEnd len="sm" w="sm" type="none"/>
            <a:tailEnd len="sm" w="sm" type="none"/>
          </a:ln>
        </p:spPr>
      </p:cxnSp>
      <p:cxnSp>
        <p:nvCxnSpPr>
          <p:cNvPr id="585" name="Google Shape;585;p26"/>
          <p:cNvCxnSpPr/>
          <p:nvPr/>
        </p:nvCxnSpPr>
        <p:spPr>
          <a:xfrm>
            <a:off x="1045950" y="1307575"/>
            <a:ext cx="8098500" cy="0"/>
          </a:xfrm>
          <a:prstGeom prst="straightConnector1">
            <a:avLst/>
          </a:prstGeom>
          <a:noFill/>
          <a:ln cap="flat" cmpd="sng" w="9525">
            <a:solidFill>
              <a:schemeClr val="lt1"/>
            </a:solidFill>
            <a:prstDash val="solid"/>
            <a:round/>
            <a:headEnd len="sm" w="sm" type="none"/>
            <a:tailEnd len="sm" w="sm" type="none"/>
          </a:ln>
        </p:spPr>
      </p:cxnSp>
      <p:sp>
        <p:nvSpPr>
          <p:cNvPr id="586" name="Google Shape;586;p26"/>
          <p:cNvSpPr txBox="1"/>
          <p:nvPr>
            <p:ph idx="1" type="subTitle"/>
          </p:nvPr>
        </p:nvSpPr>
        <p:spPr>
          <a:xfrm>
            <a:off x="1042100" y="666250"/>
            <a:ext cx="7581900" cy="6414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587" name="Google Shape;587;p26"/>
          <p:cNvSpPr txBox="1"/>
          <p:nvPr>
            <p:ph idx="2" type="subTitle"/>
          </p:nvPr>
        </p:nvSpPr>
        <p:spPr>
          <a:xfrm>
            <a:off x="1042100" y="1307575"/>
            <a:ext cx="7581900" cy="7455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588" name="Google Shape;588;p26"/>
          <p:cNvSpPr txBox="1"/>
          <p:nvPr>
            <p:ph idx="3" type="subTitle"/>
          </p:nvPr>
        </p:nvSpPr>
        <p:spPr>
          <a:xfrm>
            <a:off x="1042100" y="2052275"/>
            <a:ext cx="7581900" cy="7485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589" name="Google Shape;589;p26"/>
          <p:cNvSpPr txBox="1"/>
          <p:nvPr>
            <p:ph idx="4" type="subTitle"/>
          </p:nvPr>
        </p:nvSpPr>
        <p:spPr>
          <a:xfrm>
            <a:off x="1042100" y="2801150"/>
            <a:ext cx="7581900" cy="7413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590" name="Google Shape;590;p26"/>
          <p:cNvSpPr txBox="1"/>
          <p:nvPr>
            <p:ph idx="5" type="subTitle"/>
          </p:nvPr>
        </p:nvSpPr>
        <p:spPr>
          <a:xfrm>
            <a:off x="1042100" y="3542450"/>
            <a:ext cx="7581900" cy="7551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591" name="Google Shape;591;p26"/>
          <p:cNvSpPr txBox="1"/>
          <p:nvPr>
            <p:ph idx="6" type="subTitle"/>
          </p:nvPr>
        </p:nvSpPr>
        <p:spPr>
          <a:xfrm>
            <a:off x="1042100" y="4297650"/>
            <a:ext cx="7581900" cy="7551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BLANK_1_1_3">
    <p:bg>
      <p:bgPr>
        <a:solidFill>
          <a:schemeClr val="lt2"/>
        </a:solidFill>
      </p:bgPr>
    </p:bg>
    <p:spTree>
      <p:nvGrpSpPr>
        <p:cNvPr id="592" name="Shape 592"/>
        <p:cNvGrpSpPr/>
        <p:nvPr/>
      </p:nvGrpSpPr>
      <p:grpSpPr>
        <a:xfrm>
          <a:off x="0" y="0"/>
          <a:ext cx="0" cy="0"/>
          <a:chOff x="0" y="0"/>
          <a:chExt cx="0" cy="0"/>
        </a:xfrm>
      </p:grpSpPr>
      <p:grpSp>
        <p:nvGrpSpPr>
          <p:cNvPr id="593" name="Google Shape;593;p27"/>
          <p:cNvGrpSpPr/>
          <p:nvPr/>
        </p:nvGrpSpPr>
        <p:grpSpPr>
          <a:xfrm rot="5400000">
            <a:off x="593777" y="548798"/>
            <a:ext cx="369896" cy="333900"/>
            <a:chOff x="96076" y="654376"/>
            <a:chExt cx="369896" cy="333900"/>
          </a:xfrm>
        </p:grpSpPr>
        <p:cxnSp>
          <p:nvCxnSpPr>
            <p:cNvPr id="594" name="Google Shape;594;p2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95" name="Google Shape;595;p2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96" name="Google Shape;596;p2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597" name="Google Shape;597;p27"/>
          <p:cNvSpPr txBox="1"/>
          <p:nvPr>
            <p:ph idx="1" type="body"/>
          </p:nvPr>
        </p:nvSpPr>
        <p:spPr>
          <a:xfrm>
            <a:off x="1042100" y="1307575"/>
            <a:ext cx="3977100" cy="3522300"/>
          </a:xfrm>
          <a:prstGeom prst="rect">
            <a:avLst/>
          </a:prstGeom>
        </p:spPr>
        <p:txBody>
          <a:bodyPr anchorCtr="0" anchor="t" bIns="91425" lIns="274300" spcFirstLastPara="1" rIns="91425" wrap="square" tIns="27430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cxnSp>
        <p:nvCxnSpPr>
          <p:cNvPr id="598" name="Google Shape;598;p27"/>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599" name="Google Shape;599;p2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00" name="Google Shape;600;p2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01" name="Google Shape;601;p27"/>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602" name="Google Shape;602;p27"/>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603" name="Google Shape;603;p27"/>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3200"/>
              <a:buFont typeface="Gowun Batang"/>
              <a:buNone/>
              <a:defRPr/>
            </a:lvl1pPr>
            <a:lvl2pPr lvl="1">
              <a:spcBef>
                <a:spcPts val="0"/>
              </a:spcBef>
              <a:spcAft>
                <a:spcPts val="0"/>
              </a:spcAft>
              <a:buClr>
                <a:schemeClr val="lt1"/>
              </a:buClr>
              <a:buSzPts val="3200"/>
              <a:buFont typeface="Gowun Batang"/>
              <a:buNone/>
              <a:defRPr/>
            </a:lvl2pPr>
            <a:lvl3pPr lvl="2">
              <a:spcBef>
                <a:spcPts val="0"/>
              </a:spcBef>
              <a:spcAft>
                <a:spcPts val="0"/>
              </a:spcAft>
              <a:buClr>
                <a:schemeClr val="lt1"/>
              </a:buClr>
              <a:buSzPts val="3200"/>
              <a:buFont typeface="Gowun Batang"/>
              <a:buNone/>
              <a:defRPr/>
            </a:lvl3pPr>
            <a:lvl4pPr lvl="3">
              <a:spcBef>
                <a:spcPts val="0"/>
              </a:spcBef>
              <a:spcAft>
                <a:spcPts val="0"/>
              </a:spcAft>
              <a:buClr>
                <a:schemeClr val="lt1"/>
              </a:buClr>
              <a:buSzPts val="3200"/>
              <a:buFont typeface="Gowun Batang"/>
              <a:buNone/>
              <a:defRPr/>
            </a:lvl4pPr>
            <a:lvl5pPr lvl="4">
              <a:spcBef>
                <a:spcPts val="0"/>
              </a:spcBef>
              <a:spcAft>
                <a:spcPts val="0"/>
              </a:spcAft>
              <a:buClr>
                <a:schemeClr val="lt1"/>
              </a:buClr>
              <a:buSzPts val="3200"/>
              <a:buFont typeface="Gowun Batang"/>
              <a:buNone/>
              <a:defRPr/>
            </a:lvl5pPr>
            <a:lvl6pPr lvl="5">
              <a:spcBef>
                <a:spcPts val="0"/>
              </a:spcBef>
              <a:spcAft>
                <a:spcPts val="0"/>
              </a:spcAft>
              <a:buClr>
                <a:schemeClr val="lt1"/>
              </a:buClr>
              <a:buSzPts val="3200"/>
              <a:buFont typeface="Gowun Batang"/>
              <a:buNone/>
              <a:defRPr/>
            </a:lvl6pPr>
            <a:lvl7pPr lvl="6">
              <a:spcBef>
                <a:spcPts val="0"/>
              </a:spcBef>
              <a:spcAft>
                <a:spcPts val="0"/>
              </a:spcAft>
              <a:buClr>
                <a:schemeClr val="lt1"/>
              </a:buClr>
              <a:buSzPts val="3200"/>
              <a:buFont typeface="Gowun Batang"/>
              <a:buNone/>
              <a:defRPr/>
            </a:lvl7pPr>
            <a:lvl8pPr lvl="7">
              <a:spcBef>
                <a:spcPts val="0"/>
              </a:spcBef>
              <a:spcAft>
                <a:spcPts val="0"/>
              </a:spcAft>
              <a:buClr>
                <a:schemeClr val="lt1"/>
              </a:buClr>
              <a:buSzPts val="3200"/>
              <a:buFont typeface="Gowun Batang"/>
              <a:buNone/>
              <a:defRPr/>
            </a:lvl8pPr>
            <a:lvl9pPr lvl="8">
              <a:spcBef>
                <a:spcPts val="0"/>
              </a:spcBef>
              <a:spcAft>
                <a:spcPts val="0"/>
              </a:spcAft>
              <a:buClr>
                <a:schemeClr val="lt1"/>
              </a:buClr>
              <a:buSzPts val="3200"/>
              <a:buFont typeface="Gowun Batang"/>
              <a:buNone/>
              <a:defRPr/>
            </a:lvl9pPr>
          </a:lstStyle>
          <a:p/>
        </p:txBody>
      </p:sp>
      <p:cxnSp>
        <p:nvCxnSpPr>
          <p:cNvPr id="604" name="Google Shape;604;p27"/>
          <p:cNvCxnSpPr/>
          <p:nvPr/>
        </p:nvCxnSpPr>
        <p:spPr>
          <a:xfrm>
            <a:off x="1042100" y="1217450"/>
            <a:ext cx="81024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BLANK_1">
    <p:bg>
      <p:bgPr>
        <a:solidFill>
          <a:schemeClr val="lt2"/>
        </a:solidFill>
      </p:bgPr>
    </p:bg>
    <p:spTree>
      <p:nvGrpSpPr>
        <p:cNvPr id="605" name="Shape 605"/>
        <p:cNvGrpSpPr/>
        <p:nvPr/>
      </p:nvGrpSpPr>
      <p:grpSpPr>
        <a:xfrm>
          <a:off x="0" y="0"/>
          <a:ext cx="0" cy="0"/>
          <a:chOff x="0" y="0"/>
          <a:chExt cx="0" cy="0"/>
        </a:xfrm>
      </p:grpSpPr>
      <p:sp>
        <p:nvSpPr>
          <p:cNvPr id="606" name="Google Shape;606;p28"/>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607" name="Google Shape;607;p28"/>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608" name="Google Shape;608;p28"/>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609" name="Google Shape;609;p2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10" name="Google Shape;610;p2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11" name="Google Shape;611;p28"/>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1">
  <p:cSld name="BLANK_1_6">
    <p:bg>
      <p:bgPr>
        <a:solidFill>
          <a:schemeClr val="lt2"/>
        </a:solidFill>
      </p:bgPr>
    </p:bg>
    <p:spTree>
      <p:nvGrpSpPr>
        <p:cNvPr id="612" name="Shape 612"/>
        <p:cNvGrpSpPr/>
        <p:nvPr/>
      </p:nvGrpSpPr>
      <p:grpSpPr>
        <a:xfrm>
          <a:off x="0" y="0"/>
          <a:ext cx="0" cy="0"/>
          <a:chOff x="0" y="0"/>
          <a:chExt cx="0" cy="0"/>
        </a:xfrm>
      </p:grpSpPr>
      <p:sp>
        <p:nvSpPr>
          <p:cNvPr id="613" name="Google Shape;613;p29"/>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614" name="Google Shape;614;p29"/>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615" name="Google Shape;615;p29"/>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616" name="Google Shape;616;p2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17" name="Google Shape;617;p2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18" name="Google Shape;618;p29"/>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619" name="Google Shape;619;p29"/>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620" name="Google Shape;620;p29"/>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621" name="Google Shape;621;p29"/>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3">
  <p:cSld name="BLANK_3">
    <p:bg>
      <p:bgPr>
        <a:solidFill>
          <a:schemeClr val="dk2"/>
        </a:solidFill>
      </p:bgPr>
    </p:bg>
    <p:spTree>
      <p:nvGrpSpPr>
        <p:cNvPr id="622" name="Shape 622"/>
        <p:cNvGrpSpPr/>
        <p:nvPr/>
      </p:nvGrpSpPr>
      <p:grpSpPr>
        <a:xfrm>
          <a:off x="0" y="0"/>
          <a:ext cx="0" cy="0"/>
          <a:chOff x="0" y="0"/>
          <a:chExt cx="0" cy="0"/>
        </a:xfrm>
      </p:grpSpPr>
      <p:grpSp>
        <p:nvGrpSpPr>
          <p:cNvPr id="623" name="Google Shape;623;p30"/>
          <p:cNvGrpSpPr/>
          <p:nvPr/>
        </p:nvGrpSpPr>
        <p:grpSpPr>
          <a:xfrm>
            <a:off x="-800" y="-150"/>
            <a:ext cx="9145250" cy="5144250"/>
            <a:chOff x="-800" y="-150"/>
            <a:chExt cx="9145250" cy="5144250"/>
          </a:xfrm>
        </p:grpSpPr>
        <p:cxnSp>
          <p:nvCxnSpPr>
            <p:cNvPr id="624" name="Google Shape;624;p30"/>
            <p:cNvCxnSpPr/>
            <p:nvPr/>
          </p:nvCxnSpPr>
          <p:spPr>
            <a:xfrm>
              <a:off x="514575" y="-15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625" name="Google Shape;625;p30"/>
            <p:cNvCxnSpPr/>
            <p:nvPr/>
          </p:nvCxnSpPr>
          <p:spPr>
            <a:xfrm rot="10800000">
              <a:off x="-800" y="52112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26" name="Google Shape;626;p30"/>
            <p:cNvCxnSpPr/>
            <p:nvPr/>
          </p:nvCxnSpPr>
          <p:spPr>
            <a:xfrm>
              <a:off x="7228800" y="450"/>
              <a:ext cx="0" cy="521400"/>
            </a:xfrm>
            <a:prstGeom prst="straightConnector1">
              <a:avLst/>
            </a:prstGeom>
            <a:noFill/>
            <a:ln cap="flat" cmpd="sng" w="9525">
              <a:solidFill>
                <a:schemeClr val="accent6"/>
              </a:solidFill>
              <a:prstDash val="solid"/>
              <a:round/>
              <a:headEnd len="sm" w="sm" type="none"/>
              <a:tailEnd len="sm" w="sm" type="none"/>
            </a:ln>
          </p:spPr>
        </p:cxnSp>
        <p:cxnSp>
          <p:nvCxnSpPr>
            <p:cNvPr id="627" name="Google Shape;627;p30"/>
            <p:cNvCxnSpPr/>
            <p:nvPr/>
          </p:nvCxnSpPr>
          <p:spPr>
            <a:xfrm>
              <a:off x="8622600" y="528"/>
              <a:ext cx="0" cy="5143200"/>
            </a:xfrm>
            <a:prstGeom prst="straightConnector1">
              <a:avLst/>
            </a:prstGeom>
            <a:noFill/>
            <a:ln cap="flat" cmpd="sng" w="9525">
              <a:solidFill>
                <a:schemeClr val="accent6"/>
              </a:solidFill>
              <a:prstDash val="solid"/>
              <a:round/>
              <a:headEnd len="sm" w="sm" type="none"/>
              <a:tailEnd len="sm" w="sm" type="none"/>
            </a:ln>
          </p:spPr>
        </p:cxnSp>
        <p:cxnSp>
          <p:nvCxnSpPr>
            <p:cNvPr id="628" name="Google Shape;628;p30"/>
            <p:cNvCxnSpPr/>
            <p:nvPr/>
          </p:nvCxnSpPr>
          <p:spPr>
            <a:xfrm rot="10800000">
              <a:off x="-450" y="36104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29" name="Google Shape;629;p30"/>
            <p:cNvCxnSpPr/>
            <p:nvPr/>
          </p:nvCxnSpPr>
          <p:spPr>
            <a:xfrm rot="10800000">
              <a:off x="-450" y="46195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30" name="Google Shape;630;p30"/>
            <p:cNvCxnSpPr/>
            <p:nvPr/>
          </p:nvCxnSpPr>
          <p:spPr>
            <a:xfrm>
              <a:off x="7228850" y="3609300"/>
              <a:ext cx="0" cy="1534800"/>
            </a:xfrm>
            <a:prstGeom prst="straightConnector1">
              <a:avLst/>
            </a:prstGeom>
            <a:noFill/>
            <a:ln cap="flat" cmpd="sng" w="9525">
              <a:solidFill>
                <a:schemeClr val="accent6"/>
              </a:solidFill>
              <a:prstDash val="solid"/>
              <a:round/>
              <a:headEnd len="sm" w="sm" type="none"/>
              <a:tailEnd len="sm" w="sm" type="none"/>
            </a:ln>
          </p:spPr>
        </p:cxnSp>
      </p:grpSp>
      <p:sp>
        <p:nvSpPr>
          <p:cNvPr id="631" name="Google Shape;631;p30"/>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4400"/>
              <a:buFont typeface="Gowun Batang"/>
              <a:buNone/>
              <a:defRPr sz="4400">
                <a:solidFill>
                  <a:schemeClr val="dk1"/>
                </a:solidFill>
              </a:defRPr>
            </a:lvl2pPr>
            <a:lvl3pPr lvl="2">
              <a:lnSpc>
                <a:spcPct val="80000"/>
              </a:lnSpc>
              <a:spcBef>
                <a:spcPts val="0"/>
              </a:spcBef>
              <a:spcAft>
                <a:spcPts val="0"/>
              </a:spcAft>
              <a:buClr>
                <a:schemeClr val="dk1"/>
              </a:buClr>
              <a:buSzPts val="4400"/>
              <a:buFont typeface="Gowun Batang"/>
              <a:buNone/>
              <a:defRPr sz="4400">
                <a:solidFill>
                  <a:schemeClr val="dk1"/>
                </a:solidFill>
              </a:defRPr>
            </a:lvl3pPr>
            <a:lvl4pPr lvl="3">
              <a:lnSpc>
                <a:spcPct val="80000"/>
              </a:lnSpc>
              <a:spcBef>
                <a:spcPts val="0"/>
              </a:spcBef>
              <a:spcAft>
                <a:spcPts val="0"/>
              </a:spcAft>
              <a:buClr>
                <a:schemeClr val="dk1"/>
              </a:buClr>
              <a:buSzPts val="4400"/>
              <a:buFont typeface="Gowun Batang"/>
              <a:buNone/>
              <a:defRPr sz="4400">
                <a:solidFill>
                  <a:schemeClr val="dk1"/>
                </a:solidFill>
              </a:defRPr>
            </a:lvl4pPr>
            <a:lvl5pPr lvl="4">
              <a:lnSpc>
                <a:spcPct val="80000"/>
              </a:lnSpc>
              <a:spcBef>
                <a:spcPts val="0"/>
              </a:spcBef>
              <a:spcAft>
                <a:spcPts val="0"/>
              </a:spcAft>
              <a:buClr>
                <a:schemeClr val="dk1"/>
              </a:buClr>
              <a:buSzPts val="4400"/>
              <a:buFont typeface="Gowun Batang"/>
              <a:buNone/>
              <a:defRPr sz="4400">
                <a:solidFill>
                  <a:schemeClr val="dk1"/>
                </a:solidFill>
              </a:defRPr>
            </a:lvl5pPr>
            <a:lvl6pPr lvl="5">
              <a:lnSpc>
                <a:spcPct val="80000"/>
              </a:lnSpc>
              <a:spcBef>
                <a:spcPts val="0"/>
              </a:spcBef>
              <a:spcAft>
                <a:spcPts val="0"/>
              </a:spcAft>
              <a:buClr>
                <a:schemeClr val="dk1"/>
              </a:buClr>
              <a:buSzPts val="4400"/>
              <a:buFont typeface="Gowun Batang"/>
              <a:buNone/>
              <a:defRPr sz="4400">
                <a:solidFill>
                  <a:schemeClr val="dk1"/>
                </a:solidFill>
              </a:defRPr>
            </a:lvl6pPr>
            <a:lvl7pPr lvl="6">
              <a:lnSpc>
                <a:spcPct val="80000"/>
              </a:lnSpc>
              <a:spcBef>
                <a:spcPts val="0"/>
              </a:spcBef>
              <a:spcAft>
                <a:spcPts val="0"/>
              </a:spcAft>
              <a:buClr>
                <a:schemeClr val="dk1"/>
              </a:buClr>
              <a:buSzPts val="4400"/>
              <a:buFont typeface="Gowun Batang"/>
              <a:buNone/>
              <a:defRPr sz="4400">
                <a:solidFill>
                  <a:schemeClr val="dk1"/>
                </a:solidFill>
              </a:defRPr>
            </a:lvl7pPr>
            <a:lvl8pPr lvl="7">
              <a:lnSpc>
                <a:spcPct val="80000"/>
              </a:lnSpc>
              <a:spcBef>
                <a:spcPts val="0"/>
              </a:spcBef>
              <a:spcAft>
                <a:spcPts val="0"/>
              </a:spcAft>
              <a:buClr>
                <a:schemeClr val="dk1"/>
              </a:buClr>
              <a:buSzPts val="4400"/>
              <a:buFont typeface="Gowun Batang"/>
              <a:buNone/>
              <a:defRPr sz="4400">
                <a:solidFill>
                  <a:schemeClr val="dk1"/>
                </a:solidFill>
              </a:defRPr>
            </a:lvl8pPr>
            <a:lvl9pPr lvl="8">
              <a:lnSpc>
                <a:spcPct val="80000"/>
              </a:lnSpc>
              <a:spcBef>
                <a:spcPts val="0"/>
              </a:spcBef>
              <a:spcAft>
                <a:spcPts val="0"/>
              </a:spcAft>
              <a:buClr>
                <a:schemeClr val="dk1"/>
              </a:buClr>
              <a:buSzPts val="4400"/>
              <a:buFont typeface="Gowun Batang"/>
              <a:buNone/>
              <a:defRPr sz="4400">
                <a:solidFill>
                  <a:schemeClr val="dk1"/>
                </a:solidFill>
              </a:defRPr>
            </a:lvl9pPr>
          </a:lstStyle>
          <a:p/>
        </p:txBody>
      </p:sp>
      <p:sp>
        <p:nvSpPr>
          <p:cNvPr id="632" name="Google Shape;632;p30"/>
          <p:cNvSpPr txBox="1"/>
          <p:nvPr>
            <p:ph idx="1" type="subTitle"/>
          </p:nvPr>
        </p:nvSpPr>
        <p:spPr>
          <a:xfrm>
            <a:off x="521800" y="2782875"/>
            <a:ext cx="8100900" cy="338700"/>
          </a:xfrm>
          <a:prstGeom prst="rect">
            <a:avLst/>
          </a:prstGeom>
        </p:spPr>
        <p:txBody>
          <a:bodyPr anchorCtr="0" anchor="t" bIns="91425" lIns="274300" spcFirstLastPara="1" rIns="182875" wrap="square" tIns="91425">
            <a:normAutofit/>
          </a:bodyPr>
          <a:lstStyle>
            <a:lvl1pPr lvl="0">
              <a:spcBef>
                <a:spcPts val="0"/>
              </a:spcBef>
              <a:spcAft>
                <a:spcPts val="0"/>
              </a:spcAft>
              <a:buClr>
                <a:schemeClr val="accent3"/>
              </a:buClr>
              <a:buSzPts val="1000"/>
              <a:buFont typeface="Inter"/>
              <a:buNone/>
              <a:defRPr sz="1000">
                <a:solidFill>
                  <a:schemeClr val="accent3"/>
                </a:solidFill>
              </a:defRPr>
            </a:lvl1pPr>
            <a:lvl2pPr lvl="1">
              <a:spcBef>
                <a:spcPts val="0"/>
              </a:spcBef>
              <a:spcAft>
                <a:spcPts val="0"/>
              </a:spcAft>
              <a:buClr>
                <a:schemeClr val="accent3"/>
              </a:buClr>
              <a:buSzPts val="1000"/>
              <a:buFont typeface="Inter"/>
              <a:buNone/>
              <a:defRPr sz="1000">
                <a:solidFill>
                  <a:schemeClr val="accent3"/>
                </a:solidFill>
              </a:defRPr>
            </a:lvl2pPr>
            <a:lvl3pPr lvl="2">
              <a:spcBef>
                <a:spcPts val="0"/>
              </a:spcBef>
              <a:spcAft>
                <a:spcPts val="0"/>
              </a:spcAft>
              <a:buClr>
                <a:schemeClr val="accent3"/>
              </a:buClr>
              <a:buSzPts val="1000"/>
              <a:buFont typeface="Inter"/>
              <a:buNone/>
              <a:defRPr sz="1000">
                <a:solidFill>
                  <a:schemeClr val="accent3"/>
                </a:solidFill>
              </a:defRPr>
            </a:lvl3pPr>
            <a:lvl4pPr lvl="3">
              <a:spcBef>
                <a:spcPts val="0"/>
              </a:spcBef>
              <a:spcAft>
                <a:spcPts val="0"/>
              </a:spcAft>
              <a:buClr>
                <a:schemeClr val="accent3"/>
              </a:buClr>
              <a:buSzPts val="1000"/>
              <a:buFont typeface="Inter"/>
              <a:buNone/>
              <a:defRPr sz="1000">
                <a:solidFill>
                  <a:schemeClr val="accent3"/>
                </a:solidFill>
              </a:defRPr>
            </a:lvl4pPr>
            <a:lvl5pPr lvl="4">
              <a:spcBef>
                <a:spcPts val="0"/>
              </a:spcBef>
              <a:spcAft>
                <a:spcPts val="0"/>
              </a:spcAft>
              <a:buClr>
                <a:schemeClr val="accent3"/>
              </a:buClr>
              <a:buSzPts val="1000"/>
              <a:buFont typeface="Inter"/>
              <a:buNone/>
              <a:defRPr sz="1000">
                <a:solidFill>
                  <a:schemeClr val="accent3"/>
                </a:solidFill>
              </a:defRPr>
            </a:lvl5pPr>
            <a:lvl6pPr lvl="5">
              <a:spcBef>
                <a:spcPts val="0"/>
              </a:spcBef>
              <a:spcAft>
                <a:spcPts val="0"/>
              </a:spcAft>
              <a:buClr>
                <a:schemeClr val="accent3"/>
              </a:buClr>
              <a:buSzPts val="1000"/>
              <a:buFont typeface="Inter"/>
              <a:buNone/>
              <a:defRPr sz="1000">
                <a:solidFill>
                  <a:schemeClr val="accent3"/>
                </a:solidFill>
              </a:defRPr>
            </a:lvl6pPr>
            <a:lvl7pPr lvl="6">
              <a:spcBef>
                <a:spcPts val="0"/>
              </a:spcBef>
              <a:spcAft>
                <a:spcPts val="0"/>
              </a:spcAft>
              <a:buClr>
                <a:schemeClr val="accent3"/>
              </a:buClr>
              <a:buSzPts val="1000"/>
              <a:buFont typeface="Inter"/>
              <a:buNone/>
              <a:defRPr sz="1000">
                <a:solidFill>
                  <a:schemeClr val="accent3"/>
                </a:solidFill>
              </a:defRPr>
            </a:lvl7pPr>
            <a:lvl8pPr lvl="7">
              <a:spcBef>
                <a:spcPts val="0"/>
              </a:spcBef>
              <a:spcAft>
                <a:spcPts val="0"/>
              </a:spcAft>
              <a:buClr>
                <a:schemeClr val="accent3"/>
              </a:buClr>
              <a:buSzPts val="1000"/>
              <a:buFont typeface="Inter"/>
              <a:buNone/>
              <a:defRPr sz="1000">
                <a:solidFill>
                  <a:schemeClr val="accent3"/>
                </a:solidFill>
              </a:defRPr>
            </a:lvl8pPr>
            <a:lvl9pPr lvl="8">
              <a:spcBef>
                <a:spcPts val="0"/>
              </a:spcBef>
              <a:spcAft>
                <a:spcPts val="0"/>
              </a:spcAft>
              <a:buClr>
                <a:schemeClr val="accent3"/>
              </a:buClr>
              <a:buSzPts val="1000"/>
              <a:buFont typeface="Inter"/>
              <a:buNone/>
              <a:defRPr sz="1000">
                <a:solidFill>
                  <a:schemeClr val="accent3"/>
                </a:solidFill>
              </a:defRPr>
            </a:lvl9pPr>
          </a:lstStyle>
          <a:p/>
        </p:txBody>
      </p:sp>
      <p:sp>
        <p:nvSpPr>
          <p:cNvPr id="633" name="Google Shape;633;p30"/>
          <p:cNvSpPr txBox="1"/>
          <p:nvPr>
            <p:ph idx="2" type="subTitle"/>
          </p:nvPr>
        </p:nvSpPr>
        <p:spPr>
          <a:xfrm>
            <a:off x="518400" y="3609525"/>
            <a:ext cx="6710400" cy="1010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
        <p:nvSpPr>
          <p:cNvPr id="634" name="Google Shape;634;p30"/>
          <p:cNvSpPr txBox="1"/>
          <p:nvPr>
            <p:ph idx="3" type="subTitle"/>
          </p:nvPr>
        </p:nvSpPr>
        <p:spPr>
          <a:xfrm>
            <a:off x="3171350" y="11075"/>
            <a:ext cx="40575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635" name="Google Shape;635;p30"/>
          <p:cNvSpPr txBox="1"/>
          <p:nvPr>
            <p:ph idx="4" type="subTitle"/>
          </p:nvPr>
        </p:nvSpPr>
        <p:spPr>
          <a:xfrm>
            <a:off x="7228800" y="11075"/>
            <a:ext cx="13938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6">
  <p:cSld name="BLANK_2">
    <p:bg>
      <p:bgPr>
        <a:solidFill>
          <a:schemeClr val="dk2"/>
        </a:solidFill>
      </p:bgPr>
    </p:bg>
    <p:spTree>
      <p:nvGrpSpPr>
        <p:cNvPr id="636" name="Shape 636"/>
        <p:cNvGrpSpPr/>
        <p:nvPr/>
      </p:nvGrpSpPr>
      <p:grpSpPr>
        <a:xfrm>
          <a:off x="0" y="0"/>
          <a:ext cx="0" cy="0"/>
          <a:chOff x="0" y="0"/>
          <a:chExt cx="0" cy="0"/>
        </a:xfrm>
      </p:grpSpPr>
      <p:cxnSp>
        <p:nvCxnSpPr>
          <p:cNvPr id="637" name="Google Shape;637;p31"/>
          <p:cNvCxnSpPr/>
          <p:nvPr/>
        </p:nvCxnSpPr>
        <p:spPr>
          <a:xfrm>
            <a:off x="514575"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38" name="Google Shape;638;p31"/>
          <p:cNvCxnSpPr/>
          <p:nvPr/>
        </p:nvCxnSpPr>
        <p:spPr>
          <a:xfrm>
            <a:off x="8622600"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39" name="Google Shape;639;p31"/>
          <p:cNvCxnSpPr/>
          <p:nvPr/>
        </p:nvCxnSpPr>
        <p:spPr>
          <a:xfrm>
            <a:off x="-675" y="5211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40" name="Google Shape;640;p31"/>
          <p:cNvCxnSpPr/>
          <p:nvPr/>
        </p:nvCxnSpPr>
        <p:spPr>
          <a:xfrm>
            <a:off x="-675" y="46194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41" name="Google Shape;641;p31"/>
          <p:cNvCxnSpPr/>
          <p:nvPr/>
        </p:nvCxnSpPr>
        <p:spPr>
          <a:xfrm>
            <a:off x="-675" y="3464200"/>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42" name="Google Shape;642;p31"/>
          <p:cNvCxnSpPr/>
          <p:nvPr/>
        </p:nvCxnSpPr>
        <p:spPr>
          <a:xfrm>
            <a:off x="516375" y="4043175"/>
            <a:ext cx="8111100" cy="0"/>
          </a:xfrm>
          <a:prstGeom prst="straightConnector1">
            <a:avLst/>
          </a:prstGeom>
          <a:noFill/>
          <a:ln cap="flat" cmpd="sng" w="9525">
            <a:solidFill>
              <a:schemeClr val="accent6"/>
            </a:solidFill>
            <a:prstDash val="solid"/>
            <a:round/>
            <a:headEnd len="sm" w="sm" type="none"/>
            <a:tailEnd len="sm" w="sm" type="none"/>
          </a:ln>
        </p:spPr>
      </p:cxnSp>
      <p:cxnSp>
        <p:nvCxnSpPr>
          <p:cNvPr id="643" name="Google Shape;643;p31"/>
          <p:cNvCxnSpPr/>
          <p:nvPr/>
        </p:nvCxnSpPr>
        <p:spPr>
          <a:xfrm>
            <a:off x="4572000" y="3464200"/>
            <a:ext cx="0" cy="576300"/>
          </a:xfrm>
          <a:prstGeom prst="straightConnector1">
            <a:avLst/>
          </a:prstGeom>
          <a:noFill/>
          <a:ln cap="flat" cmpd="sng" w="9525">
            <a:solidFill>
              <a:schemeClr val="accent6"/>
            </a:solidFill>
            <a:prstDash val="solid"/>
            <a:round/>
            <a:headEnd len="sm" w="sm" type="none"/>
            <a:tailEnd len="sm" w="sm" type="none"/>
          </a:ln>
        </p:spPr>
      </p:cxnSp>
      <p:sp>
        <p:nvSpPr>
          <p:cNvPr id="644" name="Google Shape;644;p31"/>
          <p:cNvSpPr txBox="1"/>
          <p:nvPr>
            <p:ph type="title"/>
          </p:nvPr>
        </p:nvSpPr>
        <p:spPr>
          <a:xfrm>
            <a:off x="511600" y="913900"/>
            <a:ext cx="8111100" cy="1602000"/>
          </a:xfrm>
          <a:prstGeom prst="rect">
            <a:avLst/>
          </a:prstGeom>
        </p:spPr>
        <p:txBody>
          <a:bodyPr anchorCtr="0" anchor="ctr" bIns="91425" lIns="91425" spcFirstLastPara="1" rIns="91425" wrap="square" tIns="91425">
            <a:normAutofit/>
          </a:bodyPr>
          <a:lstStyle>
            <a:lvl1pPr lvl="0" algn="ctr">
              <a:lnSpc>
                <a:spcPct val="80000"/>
              </a:lnSpc>
              <a:spcBef>
                <a:spcPts val="0"/>
              </a:spcBef>
              <a:spcAft>
                <a:spcPts val="0"/>
              </a:spcAft>
              <a:buClr>
                <a:schemeClr val="dk1"/>
              </a:buClr>
              <a:buSzPts val="4400"/>
              <a:buFont typeface="Gowun Batang"/>
              <a:buNone/>
              <a:defRPr sz="4400">
                <a:solidFill>
                  <a:schemeClr val="dk1"/>
                </a:solidFill>
              </a:defRPr>
            </a:lvl1pPr>
            <a:lvl2pPr lvl="1" algn="ctr">
              <a:lnSpc>
                <a:spcPct val="80000"/>
              </a:lnSpc>
              <a:spcBef>
                <a:spcPts val="0"/>
              </a:spcBef>
              <a:spcAft>
                <a:spcPts val="0"/>
              </a:spcAft>
              <a:buClr>
                <a:schemeClr val="dk1"/>
              </a:buClr>
              <a:buSzPts val="5500"/>
              <a:buFont typeface="Gowun Batang"/>
              <a:buNone/>
              <a:defRPr sz="5500">
                <a:solidFill>
                  <a:schemeClr val="dk1"/>
                </a:solidFill>
              </a:defRPr>
            </a:lvl2pPr>
            <a:lvl3pPr lvl="2" algn="ctr">
              <a:lnSpc>
                <a:spcPct val="80000"/>
              </a:lnSpc>
              <a:spcBef>
                <a:spcPts val="0"/>
              </a:spcBef>
              <a:spcAft>
                <a:spcPts val="0"/>
              </a:spcAft>
              <a:buClr>
                <a:schemeClr val="dk1"/>
              </a:buClr>
              <a:buSzPts val="5500"/>
              <a:buFont typeface="Gowun Batang"/>
              <a:buNone/>
              <a:defRPr sz="5500">
                <a:solidFill>
                  <a:schemeClr val="dk1"/>
                </a:solidFill>
              </a:defRPr>
            </a:lvl3pPr>
            <a:lvl4pPr lvl="3" algn="ctr">
              <a:lnSpc>
                <a:spcPct val="80000"/>
              </a:lnSpc>
              <a:spcBef>
                <a:spcPts val="0"/>
              </a:spcBef>
              <a:spcAft>
                <a:spcPts val="0"/>
              </a:spcAft>
              <a:buClr>
                <a:schemeClr val="dk1"/>
              </a:buClr>
              <a:buSzPts val="5500"/>
              <a:buFont typeface="Gowun Batang"/>
              <a:buNone/>
              <a:defRPr sz="5500">
                <a:solidFill>
                  <a:schemeClr val="dk1"/>
                </a:solidFill>
              </a:defRPr>
            </a:lvl4pPr>
            <a:lvl5pPr lvl="4" algn="ctr">
              <a:lnSpc>
                <a:spcPct val="80000"/>
              </a:lnSpc>
              <a:spcBef>
                <a:spcPts val="0"/>
              </a:spcBef>
              <a:spcAft>
                <a:spcPts val="0"/>
              </a:spcAft>
              <a:buClr>
                <a:schemeClr val="dk1"/>
              </a:buClr>
              <a:buSzPts val="5500"/>
              <a:buFont typeface="Gowun Batang"/>
              <a:buNone/>
              <a:defRPr sz="5500">
                <a:solidFill>
                  <a:schemeClr val="dk1"/>
                </a:solidFill>
              </a:defRPr>
            </a:lvl5pPr>
            <a:lvl6pPr lvl="5" algn="ctr">
              <a:lnSpc>
                <a:spcPct val="80000"/>
              </a:lnSpc>
              <a:spcBef>
                <a:spcPts val="0"/>
              </a:spcBef>
              <a:spcAft>
                <a:spcPts val="0"/>
              </a:spcAft>
              <a:buClr>
                <a:schemeClr val="dk1"/>
              </a:buClr>
              <a:buSzPts val="5500"/>
              <a:buFont typeface="Gowun Batang"/>
              <a:buNone/>
              <a:defRPr sz="5500">
                <a:solidFill>
                  <a:schemeClr val="dk1"/>
                </a:solidFill>
              </a:defRPr>
            </a:lvl6pPr>
            <a:lvl7pPr lvl="6" algn="ctr">
              <a:lnSpc>
                <a:spcPct val="80000"/>
              </a:lnSpc>
              <a:spcBef>
                <a:spcPts val="0"/>
              </a:spcBef>
              <a:spcAft>
                <a:spcPts val="0"/>
              </a:spcAft>
              <a:buClr>
                <a:schemeClr val="dk1"/>
              </a:buClr>
              <a:buSzPts val="5500"/>
              <a:buFont typeface="Gowun Batang"/>
              <a:buNone/>
              <a:defRPr sz="5500">
                <a:solidFill>
                  <a:schemeClr val="dk1"/>
                </a:solidFill>
              </a:defRPr>
            </a:lvl7pPr>
            <a:lvl8pPr lvl="7" algn="ctr">
              <a:lnSpc>
                <a:spcPct val="80000"/>
              </a:lnSpc>
              <a:spcBef>
                <a:spcPts val="0"/>
              </a:spcBef>
              <a:spcAft>
                <a:spcPts val="0"/>
              </a:spcAft>
              <a:buClr>
                <a:schemeClr val="dk1"/>
              </a:buClr>
              <a:buSzPts val="5500"/>
              <a:buFont typeface="Gowun Batang"/>
              <a:buNone/>
              <a:defRPr sz="5500">
                <a:solidFill>
                  <a:schemeClr val="dk1"/>
                </a:solidFill>
              </a:defRPr>
            </a:lvl8pPr>
            <a:lvl9pPr lvl="8" algn="ctr">
              <a:lnSpc>
                <a:spcPct val="80000"/>
              </a:lnSpc>
              <a:spcBef>
                <a:spcPts val="0"/>
              </a:spcBef>
              <a:spcAft>
                <a:spcPts val="0"/>
              </a:spcAft>
              <a:buClr>
                <a:schemeClr val="dk1"/>
              </a:buClr>
              <a:buSzPts val="5500"/>
              <a:buFont typeface="Gowun Batang"/>
              <a:buNone/>
              <a:defRPr sz="5500">
                <a:solidFill>
                  <a:schemeClr val="dk1"/>
                </a:solidFill>
              </a:defRPr>
            </a:lvl9pPr>
          </a:lstStyle>
          <a:p/>
        </p:txBody>
      </p:sp>
      <p:sp>
        <p:nvSpPr>
          <p:cNvPr id="645" name="Google Shape;645;p31"/>
          <p:cNvSpPr txBox="1"/>
          <p:nvPr>
            <p:ph idx="1" type="subTitle"/>
          </p:nvPr>
        </p:nvSpPr>
        <p:spPr>
          <a:xfrm>
            <a:off x="511500" y="2515913"/>
            <a:ext cx="8111100" cy="3693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accent3"/>
              </a:buClr>
              <a:buSzPts val="1200"/>
              <a:buFont typeface="Inter"/>
              <a:buNone/>
              <a:defRPr>
                <a:solidFill>
                  <a:schemeClr val="accent3"/>
                </a:solidFill>
              </a:defRPr>
            </a:lvl1pPr>
            <a:lvl2pPr lvl="1" algn="ctr">
              <a:spcBef>
                <a:spcPts val="0"/>
              </a:spcBef>
              <a:spcAft>
                <a:spcPts val="0"/>
              </a:spcAft>
              <a:buClr>
                <a:schemeClr val="accent3"/>
              </a:buClr>
              <a:buSzPts val="1200"/>
              <a:buFont typeface="Inter"/>
              <a:buNone/>
              <a:defRPr>
                <a:solidFill>
                  <a:schemeClr val="accent3"/>
                </a:solidFill>
              </a:defRPr>
            </a:lvl2pPr>
            <a:lvl3pPr lvl="2" algn="ctr">
              <a:spcBef>
                <a:spcPts val="0"/>
              </a:spcBef>
              <a:spcAft>
                <a:spcPts val="0"/>
              </a:spcAft>
              <a:buClr>
                <a:schemeClr val="accent3"/>
              </a:buClr>
              <a:buSzPts val="1200"/>
              <a:buFont typeface="Inter"/>
              <a:buNone/>
              <a:defRPr>
                <a:solidFill>
                  <a:schemeClr val="accent3"/>
                </a:solidFill>
              </a:defRPr>
            </a:lvl3pPr>
            <a:lvl4pPr lvl="3" algn="ctr">
              <a:spcBef>
                <a:spcPts val="0"/>
              </a:spcBef>
              <a:spcAft>
                <a:spcPts val="0"/>
              </a:spcAft>
              <a:buClr>
                <a:schemeClr val="accent3"/>
              </a:buClr>
              <a:buSzPts val="1200"/>
              <a:buFont typeface="Inter"/>
              <a:buNone/>
              <a:defRPr>
                <a:solidFill>
                  <a:schemeClr val="accent3"/>
                </a:solidFill>
              </a:defRPr>
            </a:lvl4pPr>
            <a:lvl5pPr lvl="4" algn="ctr">
              <a:spcBef>
                <a:spcPts val="0"/>
              </a:spcBef>
              <a:spcAft>
                <a:spcPts val="0"/>
              </a:spcAft>
              <a:buClr>
                <a:schemeClr val="accent3"/>
              </a:buClr>
              <a:buSzPts val="1200"/>
              <a:buFont typeface="Inter"/>
              <a:buNone/>
              <a:defRPr>
                <a:solidFill>
                  <a:schemeClr val="accent3"/>
                </a:solidFill>
              </a:defRPr>
            </a:lvl5pPr>
            <a:lvl6pPr lvl="5" algn="ctr">
              <a:spcBef>
                <a:spcPts val="0"/>
              </a:spcBef>
              <a:spcAft>
                <a:spcPts val="0"/>
              </a:spcAft>
              <a:buClr>
                <a:schemeClr val="accent3"/>
              </a:buClr>
              <a:buSzPts val="1200"/>
              <a:buFont typeface="Inter"/>
              <a:buNone/>
              <a:defRPr>
                <a:solidFill>
                  <a:schemeClr val="accent3"/>
                </a:solidFill>
              </a:defRPr>
            </a:lvl6pPr>
            <a:lvl7pPr lvl="6" algn="ctr">
              <a:spcBef>
                <a:spcPts val="0"/>
              </a:spcBef>
              <a:spcAft>
                <a:spcPts val="0"/>
              </a:spcAft>
              <a:buClr>
                <a:schemeClr val="accent3"/>
              </a:buClr>
              <a:buSzPts val="1200"/>
              <a:buFont typeface="Inter"/>
              <a:buNone/>
              <a:defRPr>
                <a:solidFill>
                  <a:schemeClr val="accent3"/>
                </a:solidFill>
              </a:defRPr>
            </a:lvl7pPr>
            <a:lvl8pPr lvl="7" algn="ctr">
              <a:spcBef>
                <a:spcPts val="0"/>
              </a:spcBef>
              <a:spcAft>
                <a:spcPts val="0"/>
              </a:spcAft>
              <a:buClr>
                <a:schemeClr val="accent3"/>
              </a:buClr>
              <a:buSzPts val="1200"/>
              <a:buFont typeface="Inter"/>
              <a:buNone/>
              <a:defRPr>
                <a:solidFill>
                  <a:schemeClr val="accent3"/>
                </a:solidFill>
              </a:defRPr>
            </a:lvl8pPr>
            <a:lvl9pPr lvl="8" algn="ctr">
              <a:spcBef>
                <a:spcPts val="0"/>
              </a:spcBef>
              <a:spcAft>
                <a:spcPts val="0"/>
              </a:spcAft>
              <a:buClr>
                <a:schemeClr val="accent3"/>
              </a:buClr>
              <a:buSzPts val="1200"/>
              <a:buFont typeface="Inter"/>
              <a:buNone/>
              <a:defRPr>
                <a:solidFill>
                  <a:schemeClr val="accent3"/>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4">
  <p:cSld name="BLANK_2_2">
    <p:bg>
      <p:bgPr>
        <a:solidFill>
          <a:schemeClr val="dk2"/>
        </a:solidFill>
      </p:bgPr>
    </p:bg>
    <p:spTree>
      <p:nvGrpSpPr>
        <p:cNvPr id="646" name="Shape 646"/>
        <p:cNvGrpSpPr/>
        <p:nvPr/>
      </p:nvGrpSpPr>
      <p:grpSpPr>
        <a:xfrm>
          <a:off x="0" y="0"/>
          <a:ext cx="0" cy="0"/>
          <a:chOff x="0" y="0"/>
          <a:chExt cx="0" cy="0"/>
        </a:xfrm>
      </p:grpSpPr>
      <p:sp>
        <p:nvSpPr>
          <p:cNvPr id="647" name="Google Shape;647;p32"/>
          <p:cNvSpPr txBox="1"/>
          <p:nvPr>
            <p:ph idx="1" type="subTitle"/>
          </p:nvPr>
        </p:nvSpPr>
        <p:spPr>
          <a:xfrm>
            <a:off x="514575" y="3467000"/>
            <a:ext cx="4057500" cy="576300"/>
          </a:xfrm>
          <a:prstGeom prst="rect">
            <a:avLst/>
          </a:prstGeom>
          <a:ln cap="flat" cmpd="sng" w="9525">
            <a:solidFill>
              <a:schemeClr val="accent6"/>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648" name="Google Shape;648;p32"/>
          <p:cNvSpPr txBox="1"/>
          <p:nvPr>
            <p:ph idx="2" type="subTitle"/>
          </p:nvPr>
        </p:nvSpPr>
        <p:spPr>
          <a:xfrm>
            <a:off x="4572000" y="3467000"/>
            <a:ext cx="40575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649" name="Google Shape;649;p32"/>
          <p:cNvSpPr txBox="1"/>
          <p:nvPr>
            <p:ph idx="3" type="subTitle"/>
          </p:nvPr>
        </p:nvSpPr>
        <p:spPr>
          <a:xfrm>
            <a:off x="518400" y="4043175"/>
            <a:ext cx="81111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cxnSp>
        <p:nvCxnSpPr>
          <p:cNvPr id="650" name="Google Shape;650;p32"/>
          <p:cNvCxnSpPr/>
          <p:nvPr/>
        </p:nvCxnSpPr>
        <p:spPr>
          <a:xfrm>
            <a:off x="514575"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51" name="Google Shape;651;p32"/>
          <p:cNvCxnSpPr/>
          <p:nvPr/>
        </p:nvCxnSpPr>
        <p:spPr>
          <a:xfrm>
            <a:off x="8622600"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52" name="Google Shape;652;p32"/>
          <p:cNvCxnSpPr/>
          <p:nvPr/>
        </p:nvCxnSpPr>
        <p:spPr>
          <a:xfrm>
            <a:off x="-675" y="5211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53" name="Google Shape;653;p32"/>
          <p:cNvCxnSpPr/>
          <p:nvPr/>
        </p:nvCxnSpPr>
        <p:spPr>
          <a:xfrm>
            <a:off x="-675" y="46194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54" name="Google Shape;654;p32"/>
          <p:cNvCxnSpPr/>
          <p:nvPr/>
        </p:nvCxnSpPr>
        <p:spPr>
          <a:xfrm>
            <a:off x="-675" y="3464200"/>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55" name="Google Shape;655;p32"/>
          <p:cNvCxnSpPr/>
          <p:nvPr/>
        </p:nvCxnSpPr>
        <p:spPr>
          <a:xfrm>
            <a:off x="516375" y="4043175"/>
            <a:ext cx="8111100" cy="0"/>
          </a:xfrm>
          <a:prstGeom prst="straightConnector1">
            <a:avLst/>
          </a:prstGeom>
          <a:noFill/>
          <a:ln cap="flat" cmpd="sng" w="9525">
            <a:solidFill>
              <a:schemeClr val="accent6"/>
            </a:solidFill>
            <a:prstDash val="solid"/>
            <a:round/>
            <a:headEnd len="sm" w="sm" type="none"/>
            <a:tailEnd len="sm" w="sm" type="none"/>
          </a:ln>
        </p:spPr>
      </p:cxnSp>
      <p:cxnSp>
        <p:nvCxnSpPr>
          <p:cNvPr id="656" name="Google Shape;656;p32"/>
          <p:cNvCxnSpPr/>
          <p:nvPr/>
        </p:nvCxnSpPr>
        <p:spPr>
          <a:xfrm>
            <a:off x="4572000" y="3464200"/>
            <a:ext cx="0" cy="576300"/>
          </a:xfrm>
          <a:prstGeom prst="straightConnector1">
            <a:avLst/>
          </a:prstGeom>
          <a:noFill/>
          <a:ln cap="flat" cmpd="sng" w="9525">
            <a:solidFill>
              <a:schemeClr val="accent6"/>
            </a:solidFill>
            <a:prstDash val="solid"/>
            <a:round/>
            <a:headEnd len="sm" w="sm" type="none"/>
            <a:tailEnd len="sm" w="sm" type="none"/>
          </a:ln>
        </p:spPr>
      </p:cxnSp>
      <p:sp>
        <p:nvSpPr>
          <p:cNvPr id="657" name="Google Shape;657;p32"/>
          <p:cNvSpPr txBox="1"/>
          <p:nvPr>
            <p:ph type="title"/>
          </p:nvPr>
        </p:nvSpPr>
        <p:spPr>
          <a:xfrm>
            <a:off x="511600" y="913900"/>
            <a:ext cx="8111100" cy="1602000"/>
          </a:xfrm>
          <a:prstGeom prst="rect">
            <a:avLst/>
          </a:prstGeom>
        </p:spPr>
        <p:txBody>
          <a:bodyPr anchorCtr="0" anchor="ctr" bIns="91425" lIns="91425" spcFirstLastPara="1" rIns="91425" wrap="square" tIns="91425">
            <a:normAutofit/>
          </a:bodyPr>
          <a:lstStyle>
            <a:lvl1pPr lvl="0" algn="ctr">
              <a:lnSpc>
                <a:spcPct val="80000"/>
              </a:lnSpc>
              <a:spcBef>
                <a:spcPts val="0"/>
              </a:spcBef>
              <a:spcAft>
                <a:spcPts val="0"/>
              </a:spcAft>
              <a:buClr>
                <a:schemeClr val="dk1"/>
              </a:buClr>
              <a:buSzPts val="4400"/>
              <a:buFont typeface="Gowun Batang"/>
              <a:buNone/>
              <a:defRPr sz="4400">
                <a:solidFill>
                  <a:schemeClr val="dk1"/>
                </a:solidFill>
              </a:defRPr>
            </a:lvl1pPr>
            <a:lvl2pPr lvl="1" algn="ctr">
              <a:lnSpc>
                <a:spcPct val="80000"/>
              </a:lnSpc>
              <a:spcBef>
                <a:spcPts val="0"/>
              </a:spcBef>
              <a:spcAft>
                <a:spcPts val="0"/>
              </a:spcAft>
              <a:buClr>
                <a:schemeClr val="dk1"/>
              </a:buClr>
              <a:buSzPts val="5500"/>
              <a:buFont typeface="Gowun Batang"/>
              <a:buNone/>
              <a:defRPr sz="5500">
                <a:solidFill>
                  <a:schemeClr val="dk1"/>
                </a:solidFill>
              </a:defRPr>
            </a:lvl2pPr>
            <a:lvl3pPr lvl="2" algn="ctr">
              <a:lnSpc>
                <a:spcPct val="80000"/>
              </a:lnSpc>
              <a:spcBef>
                <a:spcPts val="0"/>
              </a:spcBef>
              <a:spcAft>
                <a:spcPts val="0"/>
              </a:spcAft>
              <a:buClr>
                <a:schemeClr val="dk1"/>
              </a:buClr>
              <a:buSzPts val="5500"/>
              <a:buFont typeface="Gowun Batang"/>
              <a:buNone/>
              <a:defRPr sz="5500">
                <a:solidFill>
                  <a:schemeClr val="dk1"/>
                </a:solidFill>
              </a:defRPr>
            </a:lvl3pPr>
            <a:lvl4pPr lvl="3" algn="ctr">
              <a:lnSpc>
                <a:spcPct val="80000"/>
              </a:lnSpc>
              <a:spcBef>
                <a:spcPts val="0"/>
              </a:spcBef>
              <a:spcAft>
                <a:spcPts val="0"/>
              </a:spcAft>
              <a:buClr>
                <a:schemeClr val="dk1"/>
              </a:buClr>
              <a:buSzPts val="5500"/>
              <a:buFont typeface="Gowun Batang"/>
              <a:buNone/>
              <a:defRPr sz="5500">
                <a:solidFill>
                  <a:schemeClr val="dk1"/>
                </a:solidFill>
              </a:defRPr>
            </a:lvl4pPr>
            <a:lvl5pPr lvl="4" algn="ctr">
              <a:lnSpc>
                <a:spcPct val="80000"/>
              </a:lnSpc>
              <a:spcBef>
                <a:spcPts val="0"/>
              </a:spcBef>
              <a:spcAft>
                <a:spcPts val="0"/>
              </a:spcAft>
              <a:buClr>
                <a:schemeClr val="dk1"/>
              </a:buClr>
              <a:buSzPts val="5500"/>
              <a:buFont typeface="Gowun Batang"/>
              <a:buNone/>
              <a:defRPr sz="5500">
                <a:solidFill>
                  <a:schemeClr val="dk1"/>
                </a:solidFill>
              </a:defRPr>
            </a:lvl5pPr>
            <a:lvl6pPr lvl="5" algn="ctr">
              <a:lnSpc>
                <a:spcPct val="80000"/>
              </a:lnSpc>
              <a:spcBef>
                <a:spcPts val="0"/>
              </a:spcBef>
              <a:spcAft>
                <a:spcPts val="0"/>
              </a:spcAft>
              <a:buClr>
                <a:schemeClr val="dk1"/>
              </a:buClr>
              <a:buSzPts val="5500"/>
              <a:buFont typeface="Gowun Batang"/>
              <a:buNone/>
              <a:defRPr sz="5500">
                <a:solidFill>
                  <a:schemeClr val="dk1"/>
                </a:solidFill>
              </a:defRPr>
            </a:lvl6pPr>
            <a:lvl7pPr lvl="6" algn="ctr">
              <a:lnSpc>
                <a:spcPct val="80000"/>
              </a:lnSpc>
              <a:spcBef>
                <a:spcPts val="0"/>
              </a:spcBef>
              <a:spcAft>
                <a:spcPts val="0"/>
              </a:spcAft>
              <a:buClr>
                <a:schemeClr val="dk1"/>
              </a:buClr>
              <a:buSzPts val="5500"/>
              <a:buFont typeface="Gowun Batang"/>
              <a:buNone/>
              <a:defRPr sz="5500">
                <a:solidFill>
                  <a:schemeClr val="dk1"/>
                </a:solidFill>
              </a:defRPr>
            </a:lvl7pPr>
            <a:lvl8pPr lvl="7" algn="ctr">
              <a:lnSpc>
                <a:spcPct val="80000"/>
              </a:lnSpc>
              <a:spcBef>
                <a:spcPts val="0"/>
              </a:spcBef>
              <a:spcAft>
                <a:spcPts val="0"/>
              </a:spcAft>
              <a:buClr>
                <a:schemeClr val="dk1"/>
              </a:buClr>
              <a:buSzPts val="5500"/>
              <a:buFont typeface="Gowun Batang"/>
              <a:buNone/>
              <a:defRPr sz="5500">
                <a:solidFill>
                  <a:schemeClr val="dk1"/>
                </a:solidFill>
              </a:defRPr>
            </a:lvl8pPr>
            <a:lvl9pPr lvl="8" algn="ctr">
              <a:lnSpc>
                <a:spcPct val="80000"/>
              </a:lnSpc>
              <a:spcBef>
                <a:spcPts val="0"/>
              </a:spcBef>
              <a:spcAft>
                <a:spcPts val="0"/>
              </a:spcAft>
              <a:buClr>
                <a:schemeClr val="dk1"/>
              </a:buClr>
              <a:buSzPts val="5500"/>
              <a:buFont typeface="Gowun Batang"/>
              <a:buNone/>
              <a:defRPr sz="5500">
                <a:solidFill>
                  <a:schemeClr val="dk1"/>
                </a:solidFill>
              </a:defRPr>
            </a:lvl9pPr>
          </a:lstStyle>
          <a:p/>
        </p:txBody>
      </p:sp>
      <p:sp>
        <p:nvSpPr>
          <p:cNvPr id="658" name="Google Shape;658;p32"/>
          <p:cNvSpPr txBox="1"/>
          <p:nvPr>
            <p:ph idx="4" type="subTitle"/>
          </p:nvPr>
        </p:nvSpPr>
        <p:spPr>
          <a:xfrm>
            <a:off x="511500" y="2515913"/>
            <a:ext cx="8111100" cy="3693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accent3"/>
              </a:buClr>
              <a:buSzPts val="1200"/>
              <a:buFont typeface="Inter"/>
              <a:buNone/>
              <a:defRPr>
                <a:solidFill>
                  <a:schemeClr val="accent3"/>
                </a:solidFill>
              </a:defRPr>
            </a:lvl1pPr>
            <a:lvl2pPr lvl="1" algn="ctr">
              <a:spcBef>
                <a:spcPts val="0"/>
              </a:spcBef>
              <a:spcAft>
                <a:spcPts val="0"/>
              </a:spcAft>
              <a:buClr>
                <a:schemeClr val="accent3"/>
              </a:buClr>
              <a:buSzPts val="1200"/>
              <a:buFont typeface="Inter"/>
              <a:buNone/>
              <a:defRPr>
                <a:solidFill>
                  <a:schemeClr val="accent3"/>
                </a:solidFill>
              </a:defRPr>
            </a:lvl2pPr>
            <a:lvl3pPr lvl="2" algn="ctr">
              <a:spcBef>
                <a:spcPts val="0"/>
              </a:spcBef>
              <a:spcAft>
                <a:spcPts val="0"/>
              </a:spcAft>
              <a:buClr>
                <a:schemeClr val="accent3"/>
              </a:buClr>
              <a:buSzPts val="1200"/>
              <a:buFont typeface="Inter"/>
              <a:buNone/>
              <a:defRPr>
                <a:solidFill>
                  <a:schemeClr val="accent3"/>
                </a:solidFill>
              </a:defRPr>
            </a:lvl3pPr>
            <a:lvl4pPr lvl="3" algn="ctr">
              <a:spcBef>
                <a:spcPts val="0"/>
              </a:spcBef>
              <a:spcAft>
                <a:spcPts val="0"/>
              </a:spcAft>
              <a:buClr>
                <a:schemeClr val="accent3"/>
              </a:buClr>
              <a:buSzPts val="1200"/>
              <a:buFont typeface="Inter"/>
              <a:buNone/>
              <a:defRPr>
                <a:solidFill>
                  <a:schemeClr val="accent3"/>
                </a:solidFill>
              </a:defRPr>
            </a:lvl4pPr>
            <a:lvl5pPr lvl="4" algn="ctr">
              <a:spcBef>
                <a:spcPts val="0"/>
              </a:spcBef>
              <a:spcAft>
                <a:spcPts val="0"/>
              </a:spcAft>
              <a:buClr>
                <a:schemeClr val="accent3"/>
              </a:buClr>
              <a:buSzPts val="1200"/>
              <a:buFont typeface="Inter"/>
              <a:buNone/>
              <a:defRPr>
                <a:solidFill>
                  <a:schemeClr val="accent3"/>
                </a:solidFill>
              </a:defRPr>
            </a:lvl5pPr>
            <a:lvl6pPr lvl="5" algn="ctr">
              <a:spcBef>
                <a:spcPts val="0"/>
              </a:spcBef>
              <a:spcAft>
                <a:spcPts val="0"/>
              </a:spcAft>
              <a:buClr>
                <a:schemeClr val="accent3"/>
              </a:buClr>
              <a:buSzPts val="1200"/>
              <a:buFont typeface="Inter"/>
              <a:buNone/>
              <a:defRPr>
                <a:solidFill>
                  <a:schemeClr val="accent3"/>
                </a:solidFill>
              </a:defRPr>
            </a:lvl6pPr>
            <a:lvl7pPr lvl="6" algn="ctr">
              <a:spcBef>
                <a:spcPts val="0"/>
              </a:spcBef>
              <a:spcAft>
                <a:spcPts val="0"/>
              </a:spcAft>
              <a:buClr>
                <a:schemeClr val="accent3"/>
              </a:buClr>
              <a:buSzPts val="1200"/>
              <a:buFont typeface="Inter"/>
              <a:buNone/>
              <a:defRPr>
                <a:solidFill>
                  <a:schemeClr val="accent3"/>
                </a:solidFill>
              </a:defRPr>
            </a:lvl7pPr>
            <a:lvl8pPr lvl="7" algn="ctr">
              <a:spcBef>
                <a:spcPts val="0"/>
              </a:spcBef>
              <a:spcAft>
                <a:spcPts val="0"/>
              </a:spcAft>
              <a:buClr>
                <a:schemeClr val="accent3"/>
              </a:buClr>
              <a:buSzPts val="1200"/>
              <a:buFont typeface="Inter"/>
              <a:buNone/>
              <a:defRPr>
                <a:solidFill>
                  <a:schemeClr val="accent3"/>
                </a:solidFill>
              </a:defRPr>
            </a:lvl8pPr>
            <a:lvl9pPr lvl="8" algn="ctr">
              <a:spcBef>
                <a:spcPts val="0"/>
              </a:spcBef>
              <a:spcAft>
                <a:spcPts val="0"/>
              </a:spcAft>
              <a:buClr>
                <a:schemeClr val="accent3"/>
              </a:buClr>
              <a:buSzPts val="1200"/>
              <a:buFont typeface="Inter"/>
              <a:buNone/>
              <a:defRPr>
                <a:solidFill>
                  <a:schemeClr val="accent3"/>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5">
  <p:cSld name="BLANK_2_1">
    <p:bg>
      <p:bgPr>
        <a:solidFill>
          <a:schemeClr val="lt1"/>
        </a:solidFill>
      </p:bgPr>
    </p:bg>
    <p:spTree>
      <p:nvGrpSpPr>
        <p:cNvPr id="659" name="Shape 659"/>
        <p:cNvGrpSpPr/>
        <p:nvPr/>
      </p:nvGrpSpPr>
      <p:grpSpPr>
        <a:xfrm>
          <a:off x="0" y="0"/>
          <a:ext cx="0" cy="0"/>
          <a:chOff x="0" y="0"/>
          <a:chExt cx="0" cy="0"/>
        </a:xfrm>
      </p:grpSpPr>
      <p:cxnSp>
        <p:nvCxnSpPr>
          <p:cNvPr id="660" name="Google Shape;660;p33"/>
          <p:cNvCxnSpPr/>
          <p:nvPr/>
        </p:nvCxnSpPr>
        <p:spPr>
          <a:xfrm>
            <a:off x="514575"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61" name="Google Shape;661;p33"/>
          <p:cNvCxnSpPr/>
          <p:nvPr/>
        </p:nvCxnSpPr>
        <p:spPr>
          <a:xfrm>
            <a:off x="8622600"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62" name="Google Shape;662;p33"/>
          <p:cNvCxnSpPr/>
          <p:nvPr/>
        </p:nvCxnSpPr>
        <p:spPr>
          <a:xfrm>
            <a:off x="-675" y="5211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63" name="Google Shape;663;p33"/>
          <p:cNvCxnSpPr/>
          <p:nvPr/>
        </p:nvCxnSpPr>
        <p:spPr>
          <a:xfrm>
            <a:off x="-675" y="46194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64" name="Google Shape;664;p33"/>
          <p:cNvCxnSpPr/>
          <p:nvPr/>
        </p:nvCxnSpPr>
        <p:spPr>
          <a:xfrm>
            <a:off x="-675" y="3464200"/>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65" name="Google Shape;665;p33"/>
          <p:cNvCxnSpPr/>
          <p:nvPr/>
        </p:nvCxnSpPr>
        <p:spPr>
          <a:xfrm>
            <a:off x="516375" y="4043175"/>
            <a:ext cx="8111100" cy="0"/>
          </a:xfrm>
          <a:prstGeom prst="straightConnector1">
            <a:avLst/>
          </a:prstGeom>
          <a:noFill/>
          <a:ln cap="flat" cmpd="sng" w="9525">
            <a:solidFill>
              <a:schemeClr val="dk1"/>
            </a:solidFill>
            <a:prstDash val="solid"/>
            <a:round/>
            <a:headEnd len="sm" w="sm" type="none"/>
            <a:tailEnd len="sm" w="sm" type="none"/>
          </a:ln>
        </p:spPr>
      </p:cxnSp>
      <p:sp>
        <p:nvSpPr>
          <p:cNvPr id="666" name="Google Shape;666;p33"/>
          <p:cNvSpPr txBox="1"/>
          <p:nvPr>
            <p:ph type="title"/>
          </p:nvPr>
        </p:nvSpPr>
        <p:spPr>
          <a:xfrm>
            <a:off x="511600" y="913900"/>
            <a:ext cx="8111100" cy="1602000"/>
          </a:xfrm>
          <a:prstGeom prst="rect">
            <a:avLst/>
          </a:prstGeom>
        </p:spPr>
        <p:txBody>
          <a:bodyPr anchorCtr="0" anchor="ctr" bIns="91425" lIns="91425" spcFirstLastPara="1" rIns="91425" wrap="square" tIns="91425">
            <a:normAutofit/>
          </a:bodyPr>
          <a:lstStyle>
            <a:lvl1pPr lvl="0" algn="ctr">
              <a:lnSpc>
                <a:spcPct val="80000"/>
              </a:lnSpc>
              <a:spcBef>
                <a:spcPts val="0"/>
              </a:spcBef>
              <a:spcAft>
                <a:spcPts val="0"/>
              </a:spcAft>
              <a:buClr>
                <a:schemeClr val="dk1"/>
              </a:buClr>
              <a:buSzPts val="4400"/>
              <a:buFont typeface="Gowun Batang"/>
              <a:buNone/>
              <a:defRPr sz="4400">
                <a:solidFill>
                  <a:schemeClr val="dk1"/>
                </a:solidFill>
              </a:defRPr>
            </a:lvl1pPr>
            <a:lvl2pPr lvl="1" algn="ctr">
              <a:lnSpc>
                <a:spcPct val="80000"/>
              </a:lnSpc>
              <a:spcBef>
                <a:spcPts val="0"/>
              </a:spcBef>
              <a:spcAft>
                <a:spcPts val="0"/>
              </a:spcAft>
              <a:buClr>
                <a:schemeClr val="dk1"/>
              </a:buClr>
              <a:buSzPts val="5500"/>
              <a:buFont typeface="Gowun Batang"/>
              <a:buNone/>
              <a:defRPr sz="5500">
                <a:solidFill>
                  <a:schemeClr val="dk1"/>
                </a:solidFill>
              </a:defRPr>
            </a:lvl2pPr>
            <a:lvl3pPr lvl="2" algn="ctr">
              <a:lnSpc>
                <a:spcPct val="80000"/>
              </a:lnSpc>
              <a:spcBef>
                <a:spcPts val="0"/>
              </a:spcBef>
              <a:spcAft>
                <a:spcPts val="0"/>
              </a:spcAft>
              <a:buClr>
                <a:schemeClr val="dk1"/>
              </a:buClr>
              <a:buSzPts val="5500"/>
              <a:buFont typeface="Gowun Batang"/>
              <a:buNone/>
              <a:defRPr sz="5500">
                <a:solidFill>
                  <a:schemeClr val="dk1"/>
                </a:solidFill>
              </a:defRPr>
            </a:lvl3pPr>
            <a:lvl4pPr lvl="3" algn="ctr">
              <a:lnSpc>
                <a:spcPct val="80000"/>
              </a:lnSpc>
              <a:spcBef>
                <a:spcPts val="0"/>
              </a:spcBef>
              <a:spcAft>
                <a:spcPts val="0"/>
              </a:spcAft>
              <a:buClr>
                <a:schemeClr val="dk1"/>
              </a:buClr>
              <a:buSzPts val="5500"/>
              <a:buFont typeface="Gowun Batang"/>
              <a:buNone/>
              <a:defRPr sz="5500">
                <a:solidFill>
                  <a:schemeClr val="dk1"/>
                </a:solidFill>
              </a:defRPr>
            </a:lvl4pPr>
            <a:lvl5pPr lvl="4" algn="ctr">
              <a:lnSpc>
                <a:spcPct val="80000"/>
              </a:lnSpc>
              <a:spcBef>
                <a:spcPts val="0"/>
              </a:spcBef>
              <a:spcAft>
                <a:spcPts val="0"/>
              </a:spcAft>
              <a:buClr>
                <a:schemeClr val="dk1"/>
              </a:buClr>
              <a:buSzPts val="5500"/>
              <a:buFont typeface="Gowun Batang"/>
              <a:buNone/>
              <a:defRPr sz="5500">
                <a:solidFill>
                  <a:schemeClr val="dk1"/>
                </a:solidFill>
              </a:defRPr>
            </a:lvl5pPr>
            <a:lvl6pPr lvl="5" algn="ctr">
              <a:lnSpc>
                <a:spcPct val="80000"/>
              </a:lnSpc>
              <a:spcBef>
                <a:spcPts val="0"/>
              </a:spcBef>
              <a:spcAft>
                <a:spcPts val="0"/>
              </a:spcAft>
              <a:buClr>
                <a:schemeClr val="dk1"/>
              </a:buClr>
              <a:buSzPts val="5500"/>
              <a:buFont typeface="Gowun Batang"/>
              <a:buNone/>
              <a:defRPr sz="5500">
                <a:solidFill>
                  <a:schemeClr val="dk1"/>
                </a:solidFill>
              </a:defRPr>
            </a:lvl6pPr>
            <a:lvl7pPr lvl="6" algn="ctr">
              <a:lnSpc>
                <a:spcPct val="80000"/>
              </a:lnSpc>
              <a:spcBef>
                <a:spcPts val="0"/>
              </a:spcBef>
              <a:spcAft>
                <a:spcPts val="0"/>
              </a:spcAft>
              <a:buClr>
                <a:schemeClr val="dk1"/>
              </a:buClr>
              <a:buSzPts val="5500"/>
              <a:buFont typeface="Gowun Batang"/>
              <a:buNone/>
              <a:defRPr sz="5500">
                <a:solidFill>
                  <a:schemeClr val="dk1"/>
                </a:solidFill>
              </a:defRPr>
            </a:lvl7pPr>
            <a:lvl8pPr lvl="7" algn="ctr">
              <a:lnSpc>
                <a:spcPct val="80000"/>
              </a:lnSpc>
              <a:spcBef>
                <a:spcPts val="0"/>
              </a:spcBef>
              <a:spcAft>
                <a:spcPts val="0"/>
              </a:spcAft>
              <a:buClr>
                <a:schemeClr val="dk1"/>
              </a:buClr>
              <a:buSzPts val="5500"/>
              <a:buFont typeface="Gowun Batang"/>
              <a:buNone/>
              <a:defRPr sz="5500">
                <a:solidFill>
                  <a:schemeClr val="dk1"/>
                </a:solidFill>
              </a:defRPr>
            </a:lvl8pPr>
            <a:lvl9pPr lvl="8" algn="ctr">
              <a:lnSpc>
                <a:spcPct val="80000"/>
              </a:lnSpc>
              <a:spcBef>
                <a:spcPts val="0"/>
              </a:spcBef>
              <a:spcAft>
                <a:spcPts val="0"/>
              </a:spcAft>
              <a:buClr>
                <a:schemeClr val="dk1"/>
              </a:buClr>
              <a:buSzPts val="5500"/>
              <a:buFont typeface="Gowun Batang"/>
              <a:buNone/>
              <a:defRPr sz="5500">
                <a:solidFill>
                  <a:schemeClr val="dk1"/>
                </a:solidFill>
              </a:defRPr>
            </a:lvl9pPr>
          </a:lstStyle>
          <a:p/>
        </p:txBody>
      </p:sp>
      <p:sp>
        <p:nvSpPr>
          <p:cNvPr id="667" name="Google Shape;667;p33"/>
          <p:cNvSpPr txBox="1"/>
          <p:nvPr>
            <p:ph idx="1" type="subTitle"/>
          </p:nvPr>
        </p:nvSpPr>
        <p:spPr>
          <a:xfrm>
            <a:off x="511500" y="2515913"/>
            <a:ext cx="8111100" cy="3693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accent6"/>
              </a:buClr>
              <a:buSzPts val="1200"/>
              <a:buFont typeface="Inter"/>
              <a:buNone/>
              <a:defRPr>
                <a:solidFill>
                  <a:schemeClr val="accent6"/>
                </a:solidFill>
              </a:defRPr>
            </a:lvl1pPr>
            <a:lvl2pPr lvl="1" algn="ctr">
              <a:spcBef>
                <a:spcPts val="0"/>
              </a:spcBef>
              <a:spcAft>
                <a:spcPts val="0"/>
              </a:spcAft>
              <a:buClr>
                <a:schemeClr val="accent4"/>
              </a:buClr>
              <a:buSzPts val="1200"/>
              <a:buFont typeface="Inter"/>
              <a:buNone/>
              <a:defRPr>
                <a:solidFill>
                  <a:schemeClr val="accent4"/>
                </a:solidFill>
              </a:defRPr>
            </a:lvl2pPr>
            <a:lvl3pPr lvl="2" algn="ctr">
              <a:spcBef>
                <a:spcPts val="0"/>
              </a:spcBef>
              <a:spcAft>
                <a:spcPts val="0"/>
              </a:spcAft>
              <a:buClr>
                <a:schemeClr val="accent4"/>
              </a:buClr>
              <a:buSzPts val="1200"/>
              <a:buFont typeface="Inter"/>
              <a:buNone/>
              <a:defRPr>
                <a:solidFill>
                  <a:schemeClr val="accent4"/>
                </a:solidFill>
              </a:defRPr>
            </a:lvl3pPr>
            <a:lvl4pPr lvl="3" algn="ctr">
              <a:spcBef>
                <a:spcPts val="0"/>
              </a:spcBef>
              <a:spcAft>
                <a:spcPts val="0"/>
              </a:spcAft>
              <a:buClr>
                <a:schemeClr val="accent4"/>
              </a:buClr>
              <a:buSzPts val="1200"/>
              <a:buFont typeface="Inter"/>
              <a:buNone/>
              <a:defRPr>
                <a:solidFill>
                  <a:schemeClr val="accent4"/>
                </a:solidFill>
              </a:defRPr>
            </a:lvl4pPr>
            <a:lvl5pPr lvl="4" algn="ctr">
              <a:spcBef>
                <a:spcPts val="0"/>
              </a:spcBef>
              <a:spcAft>
                <a:spcPts val="0"/>
              </a:spcAft>
              <a:buClr>
                <a:schemeClr val="accent4"/>
              </a:buClr>
              <a:buSzPts val="1200"/>
              <a:buFont typeface="Inter"/>
              <a:buNone/>
              <a:defRPr>
                <a:solidFill>
                  <a:schemeClr val="accent4"/>
                </a:solidFill>
              </a:defRPr>
            </a:lvl5pPr>
            <a:lvl6pPr lvl="5" algn="ctr">
              <a:spcBef>
                <a:spcPts val="0"/>
              </a:spcBef>
              <a:spcAft>
                <a:spcPts val="0"/>
              </a:spcAft>
              <a:buClr>
                <a:schemeClr val="accent4"/>
              </a:buClr>
              <a:buSzPts val="1200"/>
              <a:buFont typeface="Inter"/>
              <a:buNone/>
              <a:defRPr>
                <a:solidFill>
                  <a:schemeClr val="accent4"/>
                </a:solidFill>
              </a:defRPr>
            </a:lvl6pPr>
            <a:lvl7pPr lvl="6" algn="ctr">
              <a:spcBef>
                <a:spcPts val="0"/>
              </a:spcBef>
              <a:spcAft>
                <a:spcPts val="0"/>
              </a:spcAft>
              <a:buClr>
                <a:schemeClr val="accent4"/>
              </a:buClr>
              <a:buSzPts val="1200"/>
              <a:buFont typeface="Inter"/>
              <a:buNone/>
              <a:defRPr>
                <a:solidFill>
                  <a:schemeClr val="accent4"/>
                </a:solidFill>
              </a:defRPr>
            </a:lvl7pPr>
            <a:lvl8pPr lvl="7" algn="ctr">
              <a:spcBef>
                <a:spcPts val="0"/>
              </a:spcBef>
              <a:spcAft>
                <a:spcPts val="0"/>
              </a:spcAft>
              <a:buClr>
                <a:schemeClr val="accent4"/>
              </a:buClr>
              <a:buSzPts val="1200"/>
              <a:buFont typeface="Inter"/>
              <a:buNone/>
              <a:defRPr>
                <a:solidFill>
                  <a:schemeClr val="accent4"/>
                </a:solidFill>
              </a:defRPr>
            </a:lvl8pPr>
            <a:lvl9pPr lvl="8" algn="ctr">
              <a:spcBef>
                <a:spcPts val="0"/>
              </a:spcBef>
              <a:spcAft>
                <a:spcPts val="0"/>
              </a:spcAft>
              <a:buClr>
                <a:schemeClr val="accent4"/>
              </a:buClr>
              <a:buSzPts val="1200"/>
              <a:buFont typeface="Inter"/>
              <a:buNone/>
              <a:defRPr>
                <a:solidFill>
                  <a:schemeClr val="accent4"/>
                </a:solidFill>
              </a:defRPr>
            </a:lvl9pPr>
          </a:lstStyle>
          <a:p/>
        </p:txBody>
      </p:sp>
      <p:sp>
        <p:nvSpPr>
          <p:cNvPr id="668" name="Google Shape;668;p33"/>
          <p:cNvSpPr txBox="1"/>
          <p:nvPr>
            <p:ph idx="2" type="subTitle"/>
          </p:nvPr>
        </p:nvSpPr>
        <p:spPr>
          <a:xfrm>
            <a:off x="514575" y="3467000"/>
            <a:ext cx="40575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669" name="Google Shape;669;p33"/>
          <p:cNvSpPr txBox="1"/>
          <p:nvPr>
            <p:ph idx="3" type="subTitle"/>
          </p:nvPr>
        </p:nvSpPr>
        <p:spPr>
          <a:xfrm>
            <a:off x="4572000" y="3467000"/>
            <a:ext cx="4057500" cy="576300"/>
          </a:xfrm>
          <a:prstGeom prst="rect">
            <a:avLst/>
          </a:prstGeom>
          <a:ln cap="flat" cmpd="sng" w="9525">
            <a:solidFill>
              <a:schemeClr val="accent6"/>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670" name="Google Shape;670;p33"/>
          <p:cNvSpPr txBox="1"/>
          <p:nvPr>
            <p:ph idx="4" type="subTitle"/>
          </p:nvPr>
        </p:nvSpPr>
        <p:spPr>
          <a:xfrm>
            <a:off x="518400" y="4043175"/>
            <a:ext cx="81111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cxnSp>
        <p:nvCxnSpPr>
          <p:cNvPr id="671" name="Google Shape;671;p33"/>
          <p:cNvCxnSpPr/>
          <p:nvPr/>
        </p:nvCxnSpPr>
        <p:spPr>
          <a:xfrm>
            <a:off x="4572000" y="3464200"/>
            <a:ext cx="0" cy="576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Dark ALT">
  <p:cSld name="BLANK_1_5">
    <p:bg>
      <p:bgPr>
        <a:solidFill>
          <a:schemeClr val="lt1"/>
        </a:solidFill>
      </p:bgPr>
    </p:bg>
    <p:spTree>
      <p:nvGrpSpPr>
        <p:cNvPr id="672" name="Shape 672"/>
        <p:cNvGrpSpPr/>
        <p:nvPr/>
      </p:nvGrpSpPr>
      <p:grpSpPr>
        <a:xfrm>
          <a:off x="0" y="0"/>
          <a:ext cx="0" cy="0"/>
          <a:chOff x="0" y="0"/>
          <a:chExt cx="0" cy="0"/>
        </a:xfrm>
      </p:grpSpPr>
      <p:sp>
        <p:nvSpPr>
          <p:cNvPr id="673" name="Google Shape;673;p34"/>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674" name="Google Shape;674;p34"/>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675" name="Google Shape;675;p34"/>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676" name="Google Shape;676;p34"/>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677" name="Google Shape;677;p34"/>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678" name="Google Shape;678;p34"/>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679" name="Google Shape;679;p34"/>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680" name="Google Shape;680;p34"/>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681" name="Google Shape;681;p34"/>
          <p:cNvCxnSpPr/>
          <p:nvPr/>
        </p:nvCxnSpPr>
        <p:spPr>
          <a:xfrm>
            <a:off x="521250" y="841675"/>
            <a:ext cx="86232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cutive Team Intro - ALT 2">
  <p:cSld name="BLANK_1_3">
    <p:bg>
      <p:bgPr>
        <a:solidFill>
          <a:schemeClr val="lt2"/>
        </a:solidFill>
      </p:bgPr>
    </p:bg>
    <p:spTree>
      <p:nvGrpSpPr>
        <p:cNvPr id="682" name="Shape 682"/>
        <p:cNvGrpSpPr/>
        <p:nvPr/>
      </p:nvGrpSpPr>
      <p:grpSpPr>
        <a:xfrm>
          <a:off x="0" y="0"/>
          <a:ext cx="0" cy="0"/>
          <a:chOff x="0" y="0"/>
          <a:chExt cx="0" cy="0"/>
        </a:xfrm>
      </p:grpSpPr>
      <p:sp>
        <p:nvSpPr>
          <p:cNvPr id="683" name="Google Shape;683;p35"/>
          <p:cNvSpPr txBox="1"/>
          <p:nvPr>
            <p:ph idx="1" type="body"/>
          </p:nvPr>
        </p:nvSpPr>
        <p:spPr>
          <a:xfrm>
            <a:off x="4684025" y="3361000"/>
            <a:ext cx="20901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Char char="●"/>
              <a:defRPr sz="1000"/>
            </a:lvl1pPr>
            <a:lvl2pPr indent="-292100" lvl="1" marL="914400" algn="ctr">
              <a:spcBef>
                <a:spcPts val="0"/>
              </a:spcBef>
              <a:spcAft>
                <a:spcPts val="0"/>
              </a:spcAft>
              <a:buClr>
                <a:schemeClr val="lt1"/>
              </a:buClr>
              <a:buSzPts val="1000"/>
              <a:buChar char="○"/>
              <a:defRPr sz="1000"/>
            </a:lvl2pPr>
            <a:lvl3pPr indent="-292100" lvl="2" marL="1371600" algn="ctr">
              <a:spcBef>
                <a:spcPts val="0"/>
              </a:spcBef>
              <a:spcAft>
                <a:spcPts val="0"/>
              </a:spcAft>
              <a:buClr>
                <a:schemeClr val="lt1"/>
              </a:buClr>
              <a:buSzPts val="1000"/>
              <a:buChar char="■"/>
              <a:defRPr sz="1000"/>
            </a:lvl3pPr>
            <a:lvl4pPr indent="-292100" lvl="3" marL="1828800" algn="ctr">
              <a:spcBef>
                <a:spcPts val="0"/>
              </a:spcBef>
              <a:spcAft>
                <a:spcPts val="0"/>
              </a:spcAft>
              <a:buClr>
                <a:schemeClr val="lt1"/>
              </a:buClr>
              <a:buSzPts val="1000"/>
              <a:buChar char="●"/>
              <a:defRPr sz="1000"/>
            </a:lvl4pPr>
            <a:lvl5pPr indent="-292100" lvl="4" marL="2286000" algn="ctr">
              <a:spcBef>
                <a:spcPts val="0"/>
              </a:spcBef>
              <a:spcAft>
                <a:spcPts val="0"/>
              </a:spcAft>
              <a:buClr>
                <a:schemeClr val="lt1"/>
              </a:buClr>
              <a:buSzPts val="1000"/>
              <a:buChar char="○"/>
              <a:defRPr sz="1000"/>
            </a:lvl5pPr>
            <a:lvl6pPr indent="-292100" lvl="5" marL="2743200" algn="ctr">
              <a:spcBef>
                <a:spcPts val="0"/>
              </a:spcBef>
              <a:spcAft>
                <a:spcPts val="0"/>
              </a:spcAft>
              <a:buClr>
                <a:schemeClr val="lt1"/>
              </a:buClr>
              <a:buSzPts val="1000"/>
              <a:buChar char="■"/>
              <a:defRPr sz="1000"/>
            </a:lvl6pPr>
            <a:lvl7pPr indent="-292100" lvl="6" marL="3200400" algn="ctr">
              <a:spcBef>
                <a:spcPts val="0"/>
              </a:spcBef>
              <a:spcAft>
                <a:spcPts val="0"/>
              </a:spcAft>
              <a:buClr>
                <a:schemeClr val="lt1"/>
              </a:buClr>
              <a:buSzPts val="1000"/>
              <a:buChar char="●"/>
              <a:defRPr sz="1000"/>
            </a:lvl7pPr>
            <a:lvl8pPr indent="-292100" lvl="7" marL="3657600" algn="ctr">
              <a:spcBef>
                <a:spcPts val="0"/>
              </a:spcBef>
              <a:spcAft>
                <a:spcPts val="0"/>
              </a:spcAft>
              <a:buClr>
                <a:schemeClr val="lt1"/>
              </a:buClr>
              <a:buSzPts val="1000"/>
              <a:buChar char="○"/>
              <a:defRPr sz="1000"/>
            </a:lvl8pPr>
            <a:lvl9pPr indent="-292100" lvl="8" marL="4114800" algn="ctr">
              <a:spcBef>
                <a:spcPts val="0"/>
              </a:spcBef>
              <a:spcAft>
                <a:spcPts val="0"/>
              </a:spcAft>
              <a:buClr>
                <a:schemeClr val="lt1"/>
              </a:buClr>
              <a:buSzPts val="1000"/>
              <a:buChar char="■"/>
              <a:defRPr sz="1000"/>
            </a:lvl9pPr>
          </a:lstStyle>
          <a:p/>
        </p:txBody>
      </p:sp>
      <p:sp>
        <p:nvSpPr>
          <p:cNvPr id="684" name="Google Shape;684;p35"/>
          <p:cNvSpPr txBox="1"/>
          <p:nvPr>
            <p:ph idx="2" type="body"/>
          </p:nvPr>
        </p:nvSpPr>
        <p:spPr>
          <a:xfrm>
            <a:off x="6774125" y="3361250"/>
            <a:ext cx="23706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Char char="●"/>
              <a:defRPr sz="1000"/>
            </a:lvl1pPr>
            <a:lvl2pPr indent="-292100" lvl="1" marL="914400" algn="ctr">
              <a:spcBef>
                <a:spcPts val="0"/>
              </a:spcBef>
              <a:spcAft>
                <a:spcPts val="0"/>
              </a:spcAft>
              <a:buClr>
                <a:schemeClr val="lt1"/>
              </a:buClr>
              <a:buSzPts val="1000"/>
              <a:buChar char="○"/>
              <a:defRPr sz="1000"/>
            </a:lvl2pPr>
            <a:lvl3pPr indent="-292100" lvl="2" marL="1371600" algn="ctr">
              <a:spcBef>
                <a:spcPts val="0"/>
              </a:spcBef>
              <a:spcAft>
                <a:spcPts val="0"/>
              </a:spcAft>
              <a:buClr>
                <a:schemeClr val="lt1"/>
              </a:buClr>
              <a:buSzPts val="1000"/>
              <a:buChar char="■"/>
              <a:defRPr sz="1000"/>
            </a:lvl3pPr>
            <a:lvl4pPr indent="-292100" lvl="3" marL="1828800" algn="ctr">
              <a:spcBef>
                <a:spcPts val="0"/>
              </a:spcBef>
              <a:spcAft>
                <a:spcPts val="0"/>
              </a:spcAft>
              <a:buClr>
                <a:schemeClr val="lt1"/>
              </a:buClr>
              <a:buSzPts val="1000"/>
              <a:buChar char="●"/>
              <a:defRPr sz="1000"/>
            </a:lvl4pPr>
            <a:lvl5pPr indent="-292100" lvl="4" marL="2286000" algn="ctr">
              <a:spcBef>
                <a:spcPts val="0"/>
              </a:spcBef>
              <a:spcAft>
                <a:spcPts val="0"/>
              </a:spcAft>
              <a:buClr>
                <a:schemeClr val="lt1"/>
              </a:buClr>
              <a:buSzPts val="1000"/>
              <a:buChar char="○"/>
              <a:defRPr sz="1000"/>
            </a:lvl5pPr>
            <a:lvl6pPr indent="-292100" lvl="5" marL="2743200" algn="ctr">
              <a:spcBef>
                <a:spcPts val="0"/>
              </a:spcBef>
              <a:spcAft>
                <a:spcPts val="0"/>
              </a:spcAft>
              <a:buClr>
                <a:schemeClr val="lt1"/>
              </a:buClr>
              <a:buSzPts val="1000"/>
              <a:buChar char="■"/>
              <a:defRPr sz="1000"/>
            </a:lvl6pPr>
            <a:lvl7pPr indent="-292100" lvl="6" marL="3200400" algn="ctr">
              <a:spcBef>
                <a:spcPts val="0"/>
              </a:spcBef>
              <a:spcAft>
                <a:spcPts val="0"/>
              </a:spcAft>
              <a:buClr>
                <a:schemeClr val="lt1"/>
              </a:buClr>
              <a:buSzPts val="1000"/>
              <a:buChar char="●"/>
              <a:defRPr sz="1000"/>
            </a:lvl7pPr>
            <a:lvl8pPr indent="-292100" lvl="7" marL="3657600" algn="ctr">
              <a:spcBef>
                <a:spcPts val="0"/>
              </a:spcBef>
              <a:spcAft>
                <a:spcPts val="0"/>
              </a:spcAft>
              <a:buClr>
                <a:schemeClr val="lt1"/>
              </a:buClr>
              <a:buSzPts val="1000"/>
              <a:buChar char="○"/>
              <a:defRPr sz="1000"/>
            </a:lvl8pPr>
            <a:lvl9pPr indent="-292100" lvl="8" marL="4114800" algn="ctr">
              <a:spcBef>
                <a:spcPts val="0"/>
              </a:spcBef>
              <a:spcAft>
                <a:spcPts val="0"/>
              </a:spcAft>
              <a:buClr>
                <a:schemeClr val="lt1"/>
              </a:buClr>
              <a:buSzPts val="1000"/>
              <a:buChar char="■"/>
              <a:defRPr sz="1000"/>
            </a:lvl9pPr>
          </a:lstStyle>
          <a:p/>
        </p:txBody>
      </p:sp>
      <p:sp>
        <p:nvSpPr>
          <p:cNvPr id="685" name="Google Shape;685;p35"/>
          <p:cNvSpPr txBox="1"/>
          <p:nvPr>
            <p:ph idx="3" type="body"/>
          </p:nvPr>
        </p:nvSpPr>
        <p:spPr>
          <a:xfrm>
            <a:off x="2597175" y="3361000"/>
            <a:ext cx="20868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Char char="●"/>
              <a:defRPr sz="1000"/>
            </a:lvl1pPr>
            <a:lvl2pPr indent="-292100" lvl="1" marL="914400" algn="ctr">
              <a:spcBef>
                <a:spcPts val="800"/>
              </a:spcBef>
              <a:spcAft>
                <a:spcPts val="0"/>
              </a:spcAft>
              <a:buClr>
                <a:schemeClr val="lt1"/>
              </a:buClr>
              <a:buSzPts val="1000"/>
              <a:buChar char="○"/>
              <a:defRPr sz="1000"/>
            </a:lvl2pPr>
            <a:lvl3pPr indent="-292100" lvl="2" marL="1371600" algn="ctr">
              <a:spcBef>
                <a:spcPts val="800"/>
              </a:spcBef>
              <a:spcAft>
                <a:spcPts val="0"/>
              </a:spcAft>
              <a:buClr>
                <a:schemeClr val="lt1"/>
              </a:buClr>
              <a:buSzPts val="1000"/>
              <a:buChar char="■"/>
              <a:defRPr sz="1000"/>
            </a:lvl3pPr>
            <a:lvl4pPr indent="-292100" lvl="3" marL="1828800" algn="ctr">
              <a:spcBef>
                <a:spcPts val="800"/>
              </a:spcBef>
              <a:spcAft>
                <a:spcPts val="0"/>
              </a:spcAft>
              <a:buClr>
                <a:schemeClr val="lt1"/>
              </a:buClr>
              <a:buSzPts val="1000"/>
              <a:buChar char="●"/>
              <a:defRPr sz="1000"/>
            </a:lvl4pPr>
            <a:lvl5pPr indent="-292100" lvl="4" marL="2286000" algn="ctr">
              <a:spcBef>
                <a:spcPts val="800"/>
              </a:spcBef>
              <a:spcAft>
                <a:spcPts val="0"/>
              </a:spcAft>
              <a:buClr>
                <a:schemeClr val="lt1"/>
              </a:buClr>
              <a:buSzPts val="1000"/>
              <a:buChar char="○"/>
              <a:defRPr sz="1000"/>
            </a:lvl5pPr>
            <a:lvl6pPr indent="-292100" lvl="5" marL="2743200" algn="ctr">
              <a:spcBef>
                <a:spcPts val="800"/>
              </a:spcBef>
              <a:spcAft>
                <a:spcPts val="0"/>
              </a:spcAft>
              <a:buClr>
                <a:schemeClr val="lt1"/>
              </a:buClr>
              <a:buSzPts val="1000"/>
              <a:buChar char="■"/>
              <a:defRPr sz="1000"/>
            </a:lvl6pPr>
            <a:lvl7pPr indent="-292100" lvl="6" marL="3200400" algn="ctr">
              <a:spcBef>
                <a:spcPts val="800"/>
              </a:spcBef>
              <a:spcAft>
                <a:spcPts val="0"/>
              </a:spcAft>
              <a:buClr>
                <a:schemeClr val="lt1"/>
              </a:buClr>
              <a:buSzPts val="1000"/>
              <a:buChar char="●"/>
              <a:defRPr sz="1000"/>
            </a:lvl7pPr>
            <a:lvl8pPr indent="-292100" lvl="7" marL="3657600" algn="ctr">
              <a:spcBef>
                <a:spcPts val="800"/>
              </a:spcBef>
              <a:spcAft>
                <a:spcPts val="0"/>
              </a:spcAft>
              <a:buClr>
                <a:schemeClr val="lt1"/>
              </a:buClr>
              <a:buSzPts val="1000"/>
              <a:buChar char="○"/>
              <a:defRPr sz="1000"/>
            </a:lvl8pPr>
            <a:lvl9pPr indent="-292100" lvl="8" marL="4114800" algn="ctr">
              <a:spcBef>
                <a:spcPts val="800"/>
              </a:spcBef>
              <a:spcAft>
                <a:spcPts val="800"/>
              </a:spcAft>
              <a:buClr>
                <a:schemeClr val="lt1"/>
              </a:buClr>
              <a:buSzPts val="1000"/>
              <a:buChar char="■"/>
              <a:defRPr sz="1000"/>
            </a:lvl9pPr>
          </a:lstStyle>
          <a:p/>
        </p:txBody>
      </p:sp>
      <p:sp>
        <p:nvSpPr>
          <p:cNvPr id="686" name="Google Shape;686;p35"/>
          <p:cNvSpPr txBox="1"/>
          <p:nvPr>
            <p:ph idx="4" type="body"/>
          </p:nvPr>
        </p:nvSpPr>
        <p:spPr>
          <a:xfrm>
            <a:off x="520425" y="3361000"/>
            <a:ext cx="20775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Font typeface="Inter"/>
              <a:buChar char="●"/>
              <a:defRPr sz="1000"/>
            </a:lvl1pPr>
            <a:lvl2pPr indent="-292100" lvl="1" marL="914400" algn="ctr">
              <a:spcBef>
                <a:spcPts val="0"/>
              </a:spcBef>
              <a:spcAft>
                <a:spcPts val="0"/>
              </a:spcAft>
              <a:buClr>
                <a:schemeClr val="lt1"/>
              </a:buClr>
              <a:buSzPts val="1000"/>
              <a:buFont typeface="Inter"/>
              <a:buChar char="○"/>
              <a:defRPr sz="1000"/>
            </a:lvl2pPr>
            <a:lvl3pPr indent="-292100" lvl="2" marL="1371600" algn="ctr">
              <a:spcBef>
                <a:spcPts val="0"/>
              </a:spcBef>
              <a:spcAft>
                <a:spcPts val="0"/>
              </a:spcAft>
              <a:buClr>
                <a:schemeClr val="lt1"/>
              </a:buClr>
              <a:buSzPts val="1000"/>
              <a:buFont typeface="Inter"/>
              <a:buChar char="■"/>
              <a:defRPr sz="1000"/>
            </a:lvl3pPr>
            <a:lvl4pPr indent="-292100" lvl="3" marL="1828800" algn="ctr">
              <a:spcBef>
                <a:spcPts val="0"/>
              </a:spcBef>
              <a:spcAft>
                <a:spcPts val="0"/>
              </a:spcAft>
              <a:buClr>
                <a:schemeClr val="lt1"/>
              </a:buClr>
              <a:buSzPts val="1000"/>
              <a:buFont typeface="Inter"/>
              <a:buChar char="●"/>
              <a:defRPr sz="1000"/>
            </a:lvl4pPr>
            <a:lvl5pPr indent="-292100" lvl="4" marL="2286000" algn="ctr">
              <a:spcBef>
                <a:spcPts val="0"/>
              </a:spcBef>
              <a:spcAft>
                <a:spcPts val="0"/>
              </a:spcAft>
              <a:buClr>
                <a:schemeClr val="lt1"/>
              </a:buClr>
              <a:buSzPts val="1000"/>
              <a:buFont typeface="Inter"/>
              <a:buChar char="○"/>
              <a:defRPr sz="1000"/>
            </a:lvl5pPr>
            <a:lvl6pPr indent="-292100" lvl="5" marL="2743200" algn="ctr">
              <a:spcBef>
                <a:spcPts val="0"/>
              </a:spcBef>
              <a:spcAft>
                <a:spcPts val="0"/>
              </a:spcAft>
              <a:buClr>
                <a:schemeClr val="lt1"/>
              </a:buClr>
              <a:buSzPts val="1000"/>
              <a:buFont typeface="Inter"/>
              <a:buChar char="■"/>
              <a:defRPr sz="1000"/>
            </a:lvl6pPr>
            <a:lvl7pPr indent="-292100" lvl="6" marL="3200400" algn="ctr">
              <a:spcBef>
                <a:spcPts val="0"/>
              </a:spcBef>
              <a:spcAft>
                <a:spcPts val="0"/>
              </a:spcAft>
              <a:buClr>
                <a:schemeClr val="lt1"/>
              </a:buClr>
              <a:buSzPts val="1000"/>
              <a:buFont typeface="Inter"/>
              <a:buChar char="●"/>
              <a:defRPr sz="1000"/>
            </a:lvl7pPr>
            <a:lvl8pPr indent="-292100" lvl="7" marL="3657600" algn="ctr">
              <a:spcBef>
                <a:spcPts val="0"/>
              </a:spcBef>
              <a:spcAft>
                <a:spcPts val="0"/>
              </a:spcAft>
              <a:buClr>
                <a:schemeClr val="lt1"/>
              </a:buClr>
              <a:buSzPts val="1000"/>
              <a:buFont typeface="Inter"/>
              <a:buChar char="○"/>
              <a:defRPr sz="1000"/>
            </a:lvl8pPr>
            <a:lvl9pPr indent="-292100" lvl="8" marL="4114800" algn="ctr">
              <a:spcBef>
                <a:spcPts val="0"/>
              </a:spcBef>
              <a:spcAft>
                <a:spcPts val="0"/>
              </a:spcAft>
              <a:buClr>
                <a:schemeClr val="lt1"/>
              </a:buClr>
              <a:buSzPts val="1000"/>
              <a:buFont typeface="Inter"/>
              <a:buChar char="■"/>
              <a:defRPr sz="1000"/>
            </a:lvl9pPr>
          </a:lstStyle>
          <a:p/>
        </p:txBody>
      </p:sp>
      <p:sp>
        <p:nvSpPr>
          <p:cNvPr id="687" name="Google Shape;687;p35"/>
          <p:cNvSpPr/>
          <p:nvPr/>
        </p:nvSpPr>
        <p:spPr>
          <a:xfrm rot="-5400000">
            <a:off x="7573550" y="1789950"/>
            <a:ext cx="771000" cy="237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688" name="Google Shape;688;p35"/>
          <p:cNvSpPr/>
          <p:nvPr/>
        </p:nvSpPr>
        <p:spPr>
          <a:xfrm rot="-5400000">
            <a:off x="5343575" y="1930200"/>
            <a:ext cx="771000" cy="2090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689" name="Google Shape;689;p35"/>
          <p:cNvSpPr/>
          <p:nvPr/>
        </p:nvSpPr>
        <p:spPr>
          <a:xfrm rot="-5400000">
            <a:off x="3255125" y="1931850"/>
            <a:ext cx="771000" cy="20868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690" name="Google Shape;690;p35"/>
          <p:cNvSpPr/>
          <p:nvPr/>
        </p:nvSpPr>
        <p:spPr>
          <a:xfrm rot="-5400000">
            <a:off x="1173425" y="1936950"/>
            <a:ext cx="771000" cy="207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691" name="Google Shape;691;p35"/>
          <p:cNvSpPr txBox="1"/>
          <p:nvPr>
            <p:ph idx="5" type="subTitle"/>
          </p:nvPr>
        </p:nvSpPr>
        <p:spPr>
          <a:xfrm>
            <a:off x="520425" y="2589750"/>
            <a:ext cx="20901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692" name="Google Shape;692;p35"/>
          <p:cNvSpPr txBox="1"/>
          <p:nvPr>
            <p:ph idx="6" type="subTitle"/>
          </p:nvPr>
        </p:nvSpPr>
        <p:spPr>
          <a:xfrm>
            <a:off x="2597225" y="2589750"/>
            <a:ext cx="20766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693" name="Google Shape;693;p35"/>
          <p:cNvSpPr txBox="1"/>
          <p:nvPr>
            <p:ph idx="7" type="subTitle"/>
          </p:nvPr>
        </p:nvSpPr>
        <p:spPr>
          <a:xfrm>
            <a:off x="4685675" y="2589750"/>
            <a:ext cx="20901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694" name="Google Shape;694;p35"/>
          <p:cNvSpPr txBox="1"/>
          <p:nvPr>
            <p:ph idx="8" type="subTitle"/>
          </p:nvPr>
        </p:nvSpPr>
        <p:spPr>
          <a:xfrm>
            <a:off x="6773425" y="2589750"/>
            <a:ext cx="23706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695" name="Google Shape;695;p35"/>
          <p:cNvSpPr/>
          <p:nvPr>
            <p:ph idx="9" type="pic"/>
          </p:nvPr>
        </p:nvSpPr>
        <p:spPr>
          <a:xfrm>
            <a:off x="6773402" y="841675"/>
            <a:ext cx="2370600" cy="1748700"/>
          </a:xfrm>
          <a:prstGeom prst="rect">
            <a:avLst/>
          </a:prstGeom>
          <a:noFill/>
          <a:ln>
            <a:noFill/>
          </a:ln>
        </p:spPr>
      </p:sp>
      <p:sp>
        <p:nvSpPr>
          <p:cNvPr id="696" name="Google Shape;696;p35"/>
          <p:cNvSpPr/>
          <p:nvPr>
            <p:ph idx="13" type="pic"/>
          </p:nvPr>
        </p:nvSpPr>
        <p:spPr>
          <a:xfrm>
            <a:off x="4685838" y="841675"/>
            <a:ext cx="2086800" cy="1748700"/>
          </a:xfrm>
          <a:prstGeom prst="rect">
            <a:avLst/>
          </a:prstGeom>
          <a:noFill/>
          <a:ln>
            <a:noFill/>
          </a:ln>
        </p:spPr>
      </p:sp>
      <p:sp>
        <p:nvSpPr>
          <p:cNvPr id="697" name="Google Shape;697;p35"/>
          <p:cNvSpPr/>
          <p:nvPr>
            <p:ph idx="14" type="pic"/>
          </p:nvPr>
        </p:nvSpPr>
        <p:spPr>
          <a:xfrm>
            <a:off x="2597225" y="841675"/>
            <a:ext cx="2086800" cy="1748700"/>
          </a:xfrm>
          <a:prstGeom prst="rect">
            <a:avLst/>
          </a:prstGeom>
          <a:noFill/>
          <a:ln>
            <a:noFill/>
          </a:ln>
        </p:spPr>
      </p:sp>
      <p:sp>
        <p:nvSpPr>
          <p:cNvPr id="698" name="Google Shape;698;p35"/>
          <p:cNvSpPr/>
          <p:nvPr>
            <p:ph idx="15" type="pic"/>
          </p:nvPr>
        </p:nvSpPr>
        <p:spPr>
          <a:xfrm>
            <a:off x="520725" y="841675"/>
            <a:ext cx="2076600" cy="1748700"/>
          </a:xfrm>
          <a:prstGeom prst="rect">
            <a:avLst/>
          </a:prstGeom>
          <a:noFill/>
          <a:ln>
            <a:noFill/>
          </a:ln>
        </p:spPr>
      </p:sp>
      <p:cxnSp>
        <p:nvCxnSpPr>
          <p:cNvPr id="699" name="Google Shape;699;p35"/>
          <p:cNvCxnSpPr/>
          <p:nvPr/>
        </p:nvCxnSpPr>
        <p:spPr>
          <a:xfrm>
            <a:off x="2598000" y="842050"/>
            <a:ext cx="0" cy="4301700"/>
          </a:xfrm>
          <a:prstGeom prst="straightConnector1">
            <a:avLst/>
          </a:prstGeom>
          <a:noFill/>
          <a:ln cap="flat" cmpd="sng" w="9525">
            <a:solidFill>
              <a:schemeClr val="lt1"/>
            </a:solidFill>
            <a:prstDash val="solid"/>
            <a:round/>
            <a:headEnd len="sm" w="sm" type="none"/>
            <a:tailEnd len="sm" w="sm" type="none"/>
          </a:ln>
        </p:spPr>
      </p:cxnSp>
      <p:cxnSp>
        <p:nvCxnSpPr>
          <p:cNvPr id="700" name="Google Shape;700;p35"/>
          <p:cNvCxnSpPr/>
          <p:nvPr/>
        </p:nvCxnSpPr>
        <p:spPr>
          <a:xfrm>
            <a:off x="6773750" y="841675"/>
            <a:ext cx="0" cy="4301700"/>
          </a:xfrm>
          <a:prstGeom prst="straightConnector1">
            <a:avLst/>
          </a:prstGeom>
          <a:noFill/>
          <a:ln cap="flat" cmpd="sng" w="9525">
            <a:solidFill>
              <a:schemeClr val="lt1"/>
            </a:solidFill>
            <a:prstDash val="solid"/>
            <a:round/>
            <a:headEnd len="sm" w="sm" type="none"/>
            <a:tailEnd len="sm" w="sm" type="none"/>
          </a:ln>
        </p:spPr>
      </p:cxnSp>
      <p:cxnSp>
        <p:nvCxnSpPr>
          <p:cNvPr id="701" name="Google Shape;701;p35"/>
          <p:cNvCxnSpPr/>
          <p:nvPr/>
        </p:nvCxnSpPr>
        <p:spPr>
          <a:xfrm>
            <a:off x="4684713" y="842026"/>
            <a:ext cx="0" cy="4301700"/>
          </a:xfrm>
          <a:prstGeom prst="straightConnector1">
            <a:avLst/>
          </a:prstGeom>
          <a:noFill/>
          <a:ln cap="flat" cmpd="sng" w="9525">
            <a:solidFill>
              <a:schemeClr val="lt1"/>
            </a:solidFill>
            <a:prstDash val="solid"/>
            <a:round/>
            <a:headEnd len="sm" w="sm" type="none"/>
            <a:tailEnd len="sm" w="sm" type="none"/>
          </a:ln>
        </p:spPr>
      </p:cxnSp>
      <p:cxnSp>
        <p:nvCxnSpPr>
          <p:cNvPr id="702" name="Google Shape;702;p35"/>
          <p:cNvCxnSpPr/>
          <p:nvPr/>
        </p:nvCxnSpPr>
        <p:spPr>
          <a:xfrm rot="10800000">
            <a:off x="520800" y="3361000"/>
            <a:ext cx="8623200" cy="0"/>
          </a:xfrm>
          <a:prstGeom prst="straightConnector1">
            <a:avLst/>
          </a:prstGeom>
          <a:noFill/>
          <a:ln cap="flat" cmpd="sng" w="9525">
            <a:solidFill>
              <a:schemeClr val="lt1"/>
            </a:solidFill>
            <a:prstDash val="solid"/>
            <a:round/>
            <a:headEnd len="sm" w="sm" type="none"/>
            <a:tailEnd len="sm" w="sm" type="none"/>
          </a:ln>
        </p:spPr>
      </p:cxnSp>
      <p:cxnSp>
        <p:nvCxnSpPr>
          <p:cNvPr id="703" name="Google Shape;703;p35"/>
          <p:cNvCxnSpPr/>
          <p:nvPr/>
        </p:nvCxnSpPr>
        <p:spPr>
          <a:xfrm rot="10800000">
            <a:off x="520800" y="2590425"/>
            <a:ext cx="8623200" cy="0"/>
          </a:xfrm>
          <a:prstGeom prst="straightConnector1">
            <a:avLst/>
          </a:prstGeom>
          <a:noFill/>
          <a:ln cap="flat" cmpd="sng" w="9525">
            <a:solidFill>
              <a:schemeClr val="lt1"/>
            </a:solidFill>
            <a:prstDash val="solid"/>
            <a:round/>
            <a:headEnd len="sm" w="sm" type="none"/>
            <a:tailEnd len="sm" w="sm" type="none"/>
          </a:ln>
        </p:spPr>
      </p:cxnSp>
      <p:sp>
        <p:nvSpPr>
          <p:cNvPr id="704" name="Google Shape;704;p35"/>
          <p:cNvSpPr txBox="1"/>
          <p:nvPr>
            <p:ph idx="16"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05" name="Google Shape;705;p35"/>
          <p:cNvSpPr txBox="1"/>
          <p:nvPr>
            <p:ph idx="17"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706" name="Google Shape;706;p35"/>
          <p:cNvSpPr txBox="1"/>
          <p:nvPr>
            <p:ph idx="1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707" name="Google Shape;707;p35"/>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08" name="Google Shape;708;p35"/>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709" name="Google Shape;709;p3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10" name="Google Shape;710;p3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11" name="Google Shape;711;p35"/>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712" name="Google Shape;712;p35"/>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2">
    <p:bg>
      <p:bgPr>
        <a:solidFill>
          <a:schemeClr val="lt1"/>
        </a:solidFill>
      </p:bgPr>
    </p:bg>
    <p:spTree>
      <p:nvGrpSpPr>
        <p:cNvPr id="713" name="Shape 713"/>
        <p:cNvGrpSpPr/>
        <p:nvPr/>
      </p:nvGrpSpPr>
      <p:grpSpPr>
        <a:xfrm>
          <a:off x="0" y="0"/>
          <a:ext cx="0" cy="0"/>
          <a:chOff x="0" y="0"/>
          <a:chExt cx="0" cy="0"/>
        </a:xfrm>
      </p:grpSpPr>
      <p:grpSp>
        <p:nvGrpSpPr>
          <p:cNvPr id="714" name="Google Shape;714;p36"/>
          <p:cNvGrpSpPr/>
          <p:nvPr/>
        </p:nvGrpSpPr>
        <p:grpSpPr>
          <a:xfrm rot="5400000">
            <a:off x="593777" y="660623"/>
            <a:ext cx="369896" cy="333900"/>
            <a:chOff x="96076" y="654376"/>
            <a:chExt cx="369896" cy="333900"/>
          </a:xfrm>
        </p:grpSpPr>
        <p:cxnSp>
          <p:nvCxnSpPr>
            <p:cNvPr id="715" name="Google Shape;715;p36"/>
            <p:cNvCxnSpPr/>
            <p:nvPr/>
          </p:nvCxnSpPr>
          <p:spPr>
            <a:xfrm rot="5400000">
              <a:off x="113975" y="821326"/>
              <a:ext cx="333900" cy="0"/>
            </a:xfrm>
            <a:prstGeom prst="straightConnector1">
              <a:avLst/>
            </a:prstGeom>
            <a:noFill/>
            <a:ln cap="flat" cmpd="sng" w="19050">
              <a:solidFill>
                <a:schemeClr val="accent6"/>
              </a:solidFill>
              <a:prstDash val="solid"/>
              <a:round/>
              <a:headEnd len="sm" w="sm" type="none"/>
              <a:tailEnd len="sm" w="sm" type="none"/>
            </a:ln>
          </p:spPr>
        </p:cxnSp>
        <p:sp>
          <p:nvSpPr>
            <p:cNvPr id="716" name="Google Shape;716;p3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17" name="Google Shape;717;p3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718" name="Google Shape;718;p36"/>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3200"/>
              <a:buFont typeface="Gowun Batang"/>
              <a:buNone/>
              <a:defRPr>
                <a:solidFill>
                  <a:schemeClr val="dk1"/>
                </a:solidFill>
              </a:defRPr>
            </a:lvl1pPr>
            <a:lvl2pPr lvl="1">
              <a:spcBef>
                <a:spcPts val="0"/>
              </a:spcBef>
              <a:spcAft>
                <a:spcPts val="0"/>
              </a:spcAft>
              <a:buClr>
                <a:schemeClr val="dk1"/>
              </a:buClr>
              <a:buSzPts val="4400"/>
              <a:buFont typeface="Gowun Batang"/>
              <a:buNone/>
              <a:defRPr sz="4400">
                <a:solidFill>
                  <a:schemeClr val="dk1"/>
                </a:solidFill>
              </a:defRPr>
            </a:lvl2pPr>
            <a:lvl3pPr lvl="2">
              <a:spcBef>
                <a:spcPts val="0"/>
              </a:spcBef>
              <a:spcAft>
                <a:spcPts val="0"/>
              </a:spcAft>
              <a:buClr>
                <a:schemeClr val="dk1"/>
              </a:buClr>
              <a:buSzPts val="4400"/>
              <a:buFont typeface="Gowun Batang"/>
              <a:buNone/>
              <a:defRPr sz="4400">
                <a:solidFill>
                  <a:schemeClr val="dk1"/>
                </a:solidFill>
              </a:defRPr>
            </a:lvl3pPr>
            <a:lvl4pPr lvl="3">
              <a:spcBef>
                <a:spcPts val="0"/>
              </a:spcBef>
              <a:spcAft>
                <a:spcPts val="0"/>
              </a:spcAft>
              <a:buClr>
                <a:schemeClr val="dk1"/>
              </a:buClr>
              <a:buSzPts val="4400"/>
              <a:buFont typeface="Gowun Batang"/>
              <a:buNone/>
              <a:defRPr sz="4400">
                <a:solidFill>
                  <a:schemeClr val="dk1"/>
                </a:solidFill>
              </a:defRPr>
            </a:lvl4pPr>
            <a:lvl5pPr lvl="4">
              <a:spcBef>
                <a:spcPts val="0"/>
              </a:spcBef>
              <a:spcAft>
                <a:spcPts val="0"/>
              </a:spcAft>
              <a:buClr>
                <a:schemeClr val="dk1"/>
              </a:buClr>
              <a:buSzPts val="4400"/>
              <a:buFont typeface="Gowun Batang"/>
              <a:buNone/>
              <a:defRPr sz="4400">
                <a:solidFill>
                  <a:schemeClr val="dk1"/>
                </a:solidFill>
              </a:defRPr>
            </a:lvl5pPr>
            <a:lvl6pPr lvl="5">
              <a:spcBef>
                <a:spcPts val="0"/>
              </a:spcBef>
              <a:spcAft>
                <a:spcPts val="0"/>
              </a:spcAft>
              <a:buClr>
                <a:schemeClr val="dk1"/>
              </a:buClr>
              <a:buSzPts val="4400"/>
              <a:buFont typeface="Gowun Batang"/>
              <a:buNone/>
              <a:defRPr sz="4400">
                <a:solidFill>
                  <a:schemeClr val="dk1"/>
                </a:solidFill>
              </a:defRPr>
            </a:lvl6pPr>
            <a:lvl7pPr lvl="6">
              <a:spcBef>
                <a:spcPts val="0"/>
              </a:spcBef>
              <a:spcAft>
                <a:spcPts val="0"/>
              </a:spcAft>
              <a:buClr>
                <a:schemeClr val="dk1"/>
              </a:buClr>
              <a:buSzPts val="4400"/>
              <a:buFont typeface="Gowun Batang"/>
              <a:buNone/>
              <a:defRPr sz="4400">
                <a:solidFill>
                  <a:schemeClr val="dk1"/>
                </a:solidFill>
              </a:defRPr>
            </a:lvl7pPr>
            <a:lvl8pPr lvl="7">
              <a:spcBef>
                <a:spcPts val="0"/>
              </a:spcBef>
              <a:spcAft>
                <a:spcPts val="0"/>
              </a:spcAft>
              <a:buClr>
                <a:schemeClr val="dk1"/>
              </a:buClr>
              <a:buSzPts val="4400"/>
              <a:buFont typeface="Gowun Batang"/>
              <a:buNone/>
              <a:defRPr sz="4400">
                <a:solidFill>
                  <a:schemeClr val="dk1"/>
                </a:solidFill>
              </a:defRPr>
            </a:lvl8pPr>
            <a:lvl9pPr lvl="8">
              <a:spcBef>
                <a:spcPts val="0"/>
              </a:spcBef>
              <a:spcAft>
                <a:spcPts val="0"/>
              </a:spcAft>
              <a:buClr>
                <a:schemeClr val="dk1"/>
              </a:buClr>
              <a:buSzPts val="4400"/>
              <a:buFont typeface="Gowun Batang"/>
              <a:buNone/>
              <a:defRPr sz="4400">
                <a:solidFill>
                  <a:schemeClr val="dk1"/>
                </a:solidFill>
              </a:defRPr>
            </a:lvl9pPr>
          </a:lstStyle>
          <a:p/>
        </p:txBody>
      </p:sp>
      <p:sp>
        <p:nvSpPr>
          <p:cNvPr id="719" name="Google Shape;719;p36"/>
          <p:cNvSpPr txBox="1"/>
          <p:nvPr>
            <p:ph idx="1" type="body"/>
          </p:nvPr>
        </p:nvSpPr>
        <p:spPr>
          <a:xfrm>
            <a:off x="1042100" y="1307575"/>
            <a:ext cx="3977100" cy="3522300"/>
          </a:xfrm>
          <a:prstGeom prst="rect">
            <a:avLst/>
          </a:prstGeom>
        </p:spPr>
        <p:txBody>
          <a:bodyPr anchorCtr="0" anchor="t" bIns="91425" lIns="274300" spcFirstLastPara="1" rIns="91425" wrap="square" tIns="274300">
            <a:normAutofit/>
          </a:bodyPr>
          <a:lstStyle>
            <a:lvl1pPr indent="-292100" lvl="0" marL="457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1pPr>
            <a:lvl2pPr indent="-292100" lvl="1" marL="9144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2pPr>
            <a:lvl3pPr indent="-292100" lvl="2" marL="13716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3pPr>
            <a:lvl4pPr indent="-292100" lvl="3" marL="18288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4pPr>
            <a:lvl5pPr indent="-292100" lvl="4" marL="22860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5pPr>
            <a:lvl6pPr indent="-292100" lvl="5" marL="2743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6pPr>
            <a:lvl7pPr indent="-292100" lvl="6" marL="32004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7pPr>
            <a:lvl8pPr indent="-292100" lvl="7" marL="36576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8pPr>
            <a:lvl9pPr indent="-292100" lvl="8" marL="41148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9pPr>
          </a:lstStyle>
          <a:p/>
        </p:txBody>
      </p:sp>
      <p:sp>
        <p:nvSpPr>
          <p:cNvPr id="720" name="Google Shape;720;p36"/>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721" name="Google Shape;721;p36"/>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722" name="Google Shape;722;p36"/>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723" name="Google Shape;723;p36"/>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724" name="Google Shape;724;p36"/>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725" name="Google Shape;725;p36"/>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726" name="Google Shape;726;p36"/>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727" name="Google Shape;727;p36"/>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728" name="Google Shape;728;p36"/>
          <p:cNvCxnSpPr/>
          <p:nvPr/>
        </p:nvCxnSpPr>
        <p:spPr>
          <a:xfrm>
            <a:off x="1042100" y="1217450"/>
            <a:ext cx="81024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BLANK_1_1_1">
    <p:bg>
      <p:bgPr>
        <a:solidFill>
          <a:schemeClr val="lt2"/>
        </a:solidFill>
      </p:bgPr>
    </p:bg>
    <p:spTree>
      <p:nvGrpSpPr>
        <p:cNvPr id="729" name="Shape 729"/>
        <p:cNvGrpSpPr/>
        <p:nvPr/>
      </p:nvGrpSpPr>
      <p:grpSpPr>
        <a:xfrm>
          <a:off x="0" y="0"/>
          <a:ext cx="0" cy="0"/>
          <a:chOff x="0" y="0"/>
          <a:chExt cx="0" cy="0"/>
        </a:xfrm>
      </p:grpSpPr>
      <p:grpSp>
        <p:nvGrpSpPr>
          <p:cNvPr id="730" name="Google Shape;730;p37"/>
          <p:cNvGrpSpPr/>
          <p:nvPr/>
        </p:nvGrpSpPr>
        <p:grpSpPr>
          <a:xfrm rot="5400000">
            <a:off x="593777" y="654575"/>
            <a:ext cx="369896" cy="333900"/>
            <a:chOff x="96076" y="654376"/>
            <a:chExt cx="369896" cy="333900"/>
          </a:xfrm>
        </p:grpSpPr>
        <p:cxnSp>
          <p:nvCxnSpPr>
            <p:cNvPr id="731" name="Google Shape;731;p3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32" name="Google Shape;732;p3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33" name="Google Shape;733;p3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734" name="Google Shape;734;p37"/>
          <p:cNvCxnSpPr/>
          <p:nvPr/>
        </p:nvCxnSpPr>
        <p:spPr>
          <a:xfrm>
            <a:off x="5019250" y="1307650"/>
            <a:ext cx="0" cy="3851400"/>
          </a:xfrm>
          <a:prstGeom prst="straightConnector1">
            <a:avLst/>
          </a:prstGeom>
          <a:noFill/>
          <a:ln cap="flat" cmpd="sng" w="9525">
            <a:solidFill>
              <a:schemeClr val="lt1"/>
            </a:solidFill>
            <a:prstDash val="solid"/>
            <a:round/>
            <a:headEnd len="sm" w="sm" type="none"/>
            <a:tailEnd len="sm" w="sm" type="none"/>
          </a:ln>
        </p:spPr>
      </p:cxnSp>
      <p:cxnSp>
        <p:nvCxnSpPr>
          <p:cNvPr id="735" name="Google Shape;735;p37"/>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36" name="Google Shape;736;p3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37" name="Google Shape;737;p3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38" name="Google Shape;738;p37"/>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39" name="Google Shape;739;p37"/>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40" name="Google Shape;740;p37"/>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741" name="Google Shape;741;p37"/>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742" name="Google Shape;742;p37"/>
          <p:cNvSpPr txBox="1"/>
          <p:nvPr>
            <p:ph idx="2" type="body"/>
          </p:nvPr>
        </p:nvSpPr>
        <p:spPr>
          <a:xfrm>
            <a:off x="501925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743" name="Google Shape;743;p37"/>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_2">
    <p:bg>
      <p:bgPr>
        <a:solidFill>
          <a:schemeClr val="lt2"/>
        </a:solidFill>
      </p:bgPr>
    </p:bg>
    <p:spTree>
      <p:nvGrpSpPr>
        <p:cNvPr id="744" name="Shape 744"/>
        <p:cNvGrpSpPr/>
        <p:nvPr/>
      </p:nvGrpSpPr>
      <p:grpSpPr>
        <a:xfrm>
          <a:off x="0" y="0"/>
          <a:ext cx="0" cy="0"/>
          <a:chOff x="0" y="0"/>
          <a:chExt cx="0" cy="0"/>
        </a:xfrm>
      </p:grpSpPr>
      <p:grpSp>
        <p:nvGrpSpPr>
          <p:cNvPr id="745" name="Google Shape;745;p38"/>
          <p:cNvGrpSpPr/>
          <p:nvPr/>
        </p:nvGrpSpPr>
        <p:grpSpPr>
          <a:xfrm rot="5400000">
            <a:off x="593777" y="658085"/>
            <a:ext cx="369896" cy="333900"/>
            <a:chOff x="96076" y="654376"/>
            <a:chExt cx="369896" cy="333900"/>
          </a:xfrm>
        </p:grpSpPr>
        <p:cxnSp>
          <p:nvCxnSpPr>
            <p:cNvPr id="746" name="Google Shape;746;p3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47" name="Google Shape;747;p3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48" name="Google Shape;748;p3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749" name="Google Shape;749;p38"/>
          <p:cNvCxnSpPr/>
          <p:nvPr/>
        </p:nvCxnSpPr>
        <p:spPr>
          <a:xfrm>
            <a:off x="5019250" y="1307650"/>
            <a:ext cx="0" cy="3851400"/>
          </a:xfrm>
          <a:prstGeom prst="straightConnector1">
            <a:avLst/>
          </a:prstGeom>
          <a:noFill/>
          <a:ln cap="flat" cmpd="sng" w="9525">
            <a:solidFill>
              <a:schemeClr val="lt1"/>
            </a:solidFill>
            <a:prstDash val="solid"/>
            <a:round/>
            <a:headEnd len="sm" w="sm" type="none"/>
            <a:tailEnd len="sm" w="sm" type="none"/>
          </a:ln>
        </p:spPr>
      </p:cxnSp>
      <p:cxnSp>
        <p:nvCxnSpPr>
          <p:cNvPr id="750" name="Google Shape;750;p38"/>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51" name="Google Shape;751;p3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52" name="Google Shape;752;p3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53" name="Google Shape;753;p38"/>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54" name="Google Shape;754;p38"/>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55" name="Google Shape;755;p38"/>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756" name="Google Shape;756;p38"/>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sp>
        <p:nvSpPr>
          <p:cNvPr id="757" name="Google Shape;757;p38"/>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758" name="Google Shape;758;p38"/>
          <p:cNvSpPr txBox="1"/>
          <p:nvPr>
            <p:ph idx="2" type="body"/>
          </p:nvPr>
        </p:nvSpPr>
        <p:spPr>
          <a:xfrm>
            <a:off x="501925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759" name="Google Shape;759;p38"/>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60" name="Google Shape;760;p38"/>
          <p:cNvSpPr txBox="1"/>
          <p:nvPr>
            <p:ph idx="4"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761" name="Google Shape;761;p38"/>
          <p:cNvSpPr txBox="1"/>
          <p:nvPr>
            <p:ph idx="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62" name="Google Shape;762;p38"/>
          <p:cNvSpPr txBox="1"/>
          <p:nvPr>
            <p:ph idx="6" type="title"/>
          </p:nvPr>
        </p:nvSpPr>
        <p:spPr>
          <a:xfrm>
            <a:off x="1042100" y="130770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
        <p:nvSpPr>
          <p:cNvPr id="763" name="Google Shape;763;p38"/>
          <p:cNvSpPr txBox="1"/>
          <p:nvPr>
            <p:ph idx="7" type="title"/>
          </p:nvPr>
        </p:nvSpPr>
        <p:spPr>
          <a:xfrm>
            <a:off x="5019250" y="130770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bg>
      <p:bgPr>
        <a:solidFill>
          <a:schemeClr val="lt2"/>
        </a:solidFill>
      </p:bgPr>
    </p:bg>
    <p:spTree>
      <p:nvGrpSpPr>
        <p:cNvPr id="764" name="Shape 764"/>
        <p:cNvGrpSpPr/>
        <p:nvPr/>
      </p:nvGrpSpPr>
      <p:grpSpPr>
        <a:xfrm>
          <a:off x="0" y="0"/>
          <a:ext cx="0" cy="0"/>
          <a:chOff x="0" y="0"/>
          <a:chExt cx="0" cy="0"/>
        </a:xfrm>
      </p:grpSpPr>
      <p:grpSp>
        <p:nvGrpSpPr>
          <p:cNvPr id="765" name="Google Shape;765;p39"/>
          <p:cNvGrpSpPr/>
          <p:nvPr/>
        </p:nvGrpSpPr>
        <p:grpSpPr>
          <a:xfrm rot="5400000">
            <a:off x="593777" y="658085"/>
            <a:ext cx="369896" cy="333900"/>
            <a:chOff x="96076" y="654376"/>
            <a:chExt cx="369896" cy="333900"/>
          </a:xfrm>
        </p:grpSpPr>
        <p:cxnSp>
          <p:nvCxnSpPr>
            <p:cNvPr id="766" name="Google Shape;766;p39"/>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67" name="Google Shape;767;p39"/>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68" name="Google Shape;768;p39"/>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769" name="Google Shape;769;p39"/>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770" name="Google Shape;770;p39"/>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71" name="Google Shape;771;p3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72" name="Google Shape;772;p3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73" name="Google Shape;773;p39"/>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74" name="Google Shape;774;p39"/>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75" name="Google Shape;775;p39"/>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_2">
    <p:bg>
      <p:bgPr>
        <a:solidFill>
          <a:schemeClr val="lt2"/>
        </a:solidFill>
      </p:bgPr>
    </p:bg>
    <p:spTree>
      <p:nvGrpSpPr>
        <p:cNvPr id="776" name="Shape 776"/>
        <p:cNvGrpSpPr/>
        <p:nvPr/>
      </p:nvGrpSpPr>
      <p:grpSpPr>
        <a:xfrm>
          <a:off x="0" y="0"/>
          <a:ext cx="0" cy="0"/>
          <a:chOff x="0" y="0"/>
          <a:chExt cx="0" cy="0"/>
        </a:xfrm>
      </p:grpSpPr>
      <p:grpSp>
        <p:nvGrpSpPr>
          <p:cNvPr id="777" name="Google Shape;777;p40"/>
          <p:cNvGrpSpPr/>
          <p:nvPr/>
        </p:nvGrpSpPr>
        <p:grpSpPr>
          <a:xfrm rot="5400000">
            <a:off x="593777" y="658085"/>
            <a:ext cx="369896" cy="333900"/>
            <a:chOff x="96076" y="654376"/>
            <a:chExt cx="369896" cy="333900"/>
          </a:xfrm>
        </p:grpSpPr>
        <p:cxnSp>
          <p:nvCxnSpPr>
            <p:cNvPr id="778" name="Google Shape;778;p40"/>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79" name="Google Shape;779;p40"/>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80" name="Google Shape;780;p40"/>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781" name="Google Shape;781;p40"/>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782" name="Google Shape;782;p40"/>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83" name="Google Shape;783;p4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84" name="Google Shape;784;p4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85" name="Google Shape;785;p40"/>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86" name="Google Shape;786;p40"/>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87" name="Google Shape;787;p40"/>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788" name="Google Shape;788;p40"/>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89" name="Google Shape;789;p40"/>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790" name="Google Shape;790;p40"/>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BLANK_1_1_1_1_1">
    <p:bg>
      <p:bgPr>
        <a:solidFill>
          <a:schemeClr val="lt2"/>
        </a:solidFill>
      </p:bgPr>
    </p:bg>
    <p:spTree>
      <p:nvGrpSpPr>
        <p:cNvPr id="791" name="Shape 791"/>
        <p:cNvGrpSpPr/>
        <p:nvPr/>
      </p:nvGrpSpPr>
      <p:grpSpPr>
        <a:xfrm>
          <a:off x="0" y="0"/>
          <a:ext cx="0" cy="0"/>
          <a:chOff x="0" y="0"/>
          <a:chExt cx="0" cy="0"/>
        </a:xfrm>
      </p:grpSpPr>
      <p:grpSp>
        <p:nvGrpSpPr>
          <p:cNvPr id="792" name="Google Shape;792;p41"/>
          <p:cNvGrpSpPr/>
          <p:nvPr/>
        </p:nvGrpSpPr>
        <p:grpSpPr>
          <a:xfrm rot="5400000">
            <a:off x="593777" y="658085"/>
            <a:ext cx="369896" cy="333900"/>
            <a:chOff x="96076" y="654376"/>
            <a:chExt cx="369896" cy="333900"/>
          </a:xfrm>
        </p:grpSpPr>
        <p:cxnSp>
          <p:nvCxnSpPr>
            <p:cNvPr id="793" name="Google Shape;793;p41"/>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94" name="Google Shape;794;p41"/>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95" name="Google Shape;795;p41"/>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796" name="Google Shape;796;p41"/>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797" name="Google Shape;797;p41"/>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98" name="Google Shape;798;p4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99" name="Google Shape;799;p4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00" name="Google Shape;800;p41"/>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01" name="Google Shape;801;p41"/>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02" name="Google Shape;802;p41"/>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803" name="Google Shape;803;p41"/>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ALT 1">
  <p:cSld name="BLANK_1_1_1_1_1_2">
    <p:bg>
      <p:bgPr>
        <a:solidFill>
          <a:schemeClr val="lt2"/>
        </a:solidFill>
      </p:bgPr>
    </p:bg>
    <p:spTree>
      <p:nvGrpSpPr>
        <p:cNvPr id="804" name="Shape 804"/>
        <p:cNvGrpSpPr/>
        <p:nvPr/>
      </p:nvGrpSpPr>
      <p:grpSpPr>
        <a:xfrm>
          <a:off x="0" y="0"/>
          <a:ext cx="0" cy="0"/>
          <a:chOff x="0" y="0"/>
          <a:chExt cx="0" cy="0"/>
        </a:xfrm>
      </p:grpSpPr>
      <p:grpSp>
        <p:nvGrpSpPr>
          <p:cNvPr id="805" name="Google Shape;805;p42"/>
          <p:cNvGrpSpPr/>
          <p:nvPr/>
        </p:nvGrpSpPr>
        <p:grpSpPr>
          <a:xfrm rot="5400000">
            <a:off x="593777" y="658085"/>
            <a:ext cx="369896" cy="333900"/>
            <a:chOff x="96076" y="654376"/>
            <a:chExt cx="369896" cy="333900"/>
          </a:xfrm>
        </p:grpSpPr>
        <p:cxnSp>
          <p:nvCxnSpPr>
            <p:cNvPr id="806" name="Google Shape;806;p42"/>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807" name="Google Shape;807;p42"/>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808" name="Google Shape;808;p42"/>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809" name="Google Shape;809;p42"/>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810" name="Google Shape;810;p42"/>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811" name="Google Shape;811;p4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12" name="Google Shape;812;p4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13" name="Google Shape;813;p42"/>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14" name="Google Shape;814;p42"/>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15" name="Google Shape;815;p42"/>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816" name="Google Shape;816;p42"/>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817" name="Google Shape;817;p42"/>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18" name="Google Shape;818;p42"/>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19" name="Google Shape;819;p42"/>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20" name="Google Shape;820;p42"/>
          <p:cNvSpPr txBox="1"/>
          <p:nvPr>
            <p:ph idx="5" type="title"/>
          </p:nvPr>
        </p:nvSpPr>
        <p:spPr>
          <a:xfrm>
            <a:off x="1042100" y="130770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lt2"/>
        </a:solidFill>
      </p:bgPr>
    </p:bg>
    <p:spTree>
      <p:nvGrpSpPr>
        <p:cNvPr id="821" name="Shape 821"/>
        <p:cNvGrpSpPr/>
        <p:nvPr/>
      </p:nvGrpSpPr>
      <p:grpSpPr>
        <a:xfrm>
          <a:off x="0" y="0"/>
          <a:ext cx="0" cy="0"/>
          <a:chOff x="0" y="0"/>
          <a:chExt cx="0" cy="0"/>
        </a:xfrm>
      </p:grpSpPr>
      <p:cxnSp>
        <p:nvCxnSpPr>
          <p:cNvPr id="822" name="Google Shape;822;p43"/>
          <p:cNvCxnSpPr/>
          <p:nvPr/>
        </p:nvCxnSpPr>
        <p:spPr>
          <a:xfrm>
            <a:off x="514575" y="521125"/>
            <a:ext cx="0" cy="4098300"/>
          </a:xfrm>
          <a:prstGeom prst="straightConnector1">
            <a:avLst/>
          </a:prstGeom>
          <a:noFill/>
          <a:ln cap="flat" cmpd="sng" w="9525">
            <a:solidFill>
              <a:schemeClr val="lt1"/>
            </a:solidFill>
            <a:prstDash val="solid"/>
            <a:round/>
            <a:headEnd len="sm" w="sm" type="none"/>
            <a:tailEnd len="sm" w="sm" type="none"/>
          </a:ln>
        </p:spPr>
      </p:cxnSp>
      <p:cxnSp>
        <p:nvCxnSpPr>
          <p:cNvPr id="823" name="Google Shape;823;p43"/>
          <p:cNvCxnSpPr/>
          <p:nvPr/>
        </p:nvCxnSpPr>
        <p:spPr>
          <a:xfrm>
            <a:off x="8622600" y="521125"/>
            <a:ext cx="0" cy="4098300"/>
          </a:xfrm>
          <a:prstGeom prst="straightConnector1">
            <a:avLst/>
          </a:prstGeom>
          <a:noFill/>
          <a:ln cap="flat" cmpd="sng" w="9525">
            <a:solidFill>
              <a:schemeClr val="lt1"/>
            </a:solidFill>
            <a:prstDash val="solid"/>
            <a:round/>
            <a:headEnd len="sm" w="sm" type="none"/>
            <a:tailEnd len="sm" w="sm" type="none"/>
          </a:ln>
        </p:spPr>
      </p:cxnSp>
      <p:cxnSp>
        <p:nvCxnSpPr>
          <p:cNvPr id="824" name="Google Shape;824;p43"/>
          <p:cNvCxnSpPr/>
          <p:nvPr/>
        </p:nvCxnSpPr>
        <p:spPr>
          <a:xfrm>
            <a:off x="-675" y="521125"/>
            <a:ext cx="9145200" cy="0"/>
          </a:xfrm>
          <a:prstGeom prst="straightConnector1">
            <a:avLst/>
          </a:prstGeom>
          <a:noFill/>
          <a:ln cap="flat" cmpd="sng" w="9525">
            <a:solidFill>
              <a:schemeClr val="lt1"/>
            </a:solidFill>
            <a:prstDash val="solid"/>
            <a:round/>
            <a:headEnd len="sm" w="sm" type="none"/>
            <a:tailEnd len="sm" w="sm" type="none"/>
          </a:ln>
        </p:spPr>
      </p:cxnSp>
      <p:cxnSp>
        <p:nvCxnSpPr>
          <p:cNvPr id="825" name="Google Shape;825;p43"/>
          <p:cNvCxnSpPr/>
          <p:nvPr/>
        </p:nvCxnSpPr>
        <p:spPr>
          <a:xfrm>
            <a:off x="-675" y="4619425"/>
            <a:ext cx="9145200" cy="0"/>
          </a:xfrm>
          <a:prstGeom prst="straightConnector1">
            <a:avLst/>
          </a:prstGeom>
          <a:noFill/>
          <a:ln cap="flat" cmpd="sng" w="9525">
            <a:solidFill>
              <a:schemeClr val="lt1"/>
            </a:solidFill>
            <a:prstDash val="solid"/>
            <a:round/>
            <a:headEnd len="sm" w="sm" type="none"/>
            <a:tailEnd len="sm" w="sm" type="none"/>
          </a:ln>
        </p:spPr>
      </p:cxnSp>
      <p:sp>
        <p:nvSpPr>
          <p:cNvPr id="826" name="Google Shape;826;p43"/>
          <p:cNvSpPr txBox="1"/>
          <p:nvPr>
            <p:ph type="title"/>
          </p:nvPr>
        </p:nvSpPr>
        <p:spPr>
          <a:xfrm>
            <a:off x="511600" y="1703125"/>
            <a:ext cx="8111100" cy="1734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400"/>
              <a:buFont typeface="Gowun Batang"/>
              <a:buNone/>
              <a:defRPr sz="4400"/>
            </a:lvl1pPr>
            <a:lvl2pPr lvl="1" algn="ctr">
              <a:spcBef>
                <a:spcPts val="0"/>
              </a:spcBef>
              <a:spcAft>
                <a:spcPts val="0"/>
              </a:spcAft>
              <a:buClr>
                <a:schemeClr val="lt1"/>
              </a:buClr>
              <a:buSzPts val="5500"/>
              <a:buFont typeface="Gowun Batang"/>
              <a:buNone/>
              <a:defRPr sz="5500"/>
            </a:lvl2pPr>
            <a:lvl3pPr lvl="2" algn="ctr">
              <a:spcBef>
                <a:spcPts val="0"/>
              </a:spcBef>
              <a:spcAft>
                <a:spcPts val="0"/>
              </a:spcAft>
              <a:buClr>
                <a:schemeClr val="lt1"/>
              </a:buClr>
              <a:buSzPts val="5500"/>
              <a:buFont typeface="Gowun Batang"/>
              <a:buNone/>
              <a:defRPr sz="5500"/>
            </a:lvl3pPr>
            <a:lvl4pPr lvl="3" algn="ctr">
              <a:spcBef>
                <a:spcPts val="0"/>
              </a:spcBef>
              <a:spcAft>
                <a:spcPts val="0"/>
              </a:spcAft>
              <a:buClr>
                <a:schemeClr val="lt1"/>
              </a:buClr>
              <a:buSzPts val="5500"/>
              <a:buFont typeface="Gowun Batang"/>
              <a:buNone/>
              <a:defRPr sz="5500"/>
            </a:lvl4pPr>
            <a:lvl5pPr lvl="4" algn="ctr">
              <a:spcBef>
                <a:spcPts val="0"/>
              </a:spcBef>
              <a:spcAft>
                <a:spcPts val="0"/>
              </a:spcAft>
              <a:buClr>
                <a:schemeClr val="lt1"/>
              </a:buClr>
              <a:buSzPts val="5500"/>
              <a:buFont typeface="Gowun Batang"/>
              <a:buNone/>
              <a:defRPr sz="5500"/>
            </a:lvl5pPr>
            <a:lvl6pPr lvl="5" algn="ctr">
              <a:spcBef>
                <a:spcPts val="0"/>
              </a:spcBef>
              <a:spcAft>
                <a:spcPts val="0"/>
              </a:spcAft>
              <a:buClr>
                <a:schemeClr val="lt1"/>
              </a:buClr>
              <a:buSzPts val="5500"/>
              <a:buFont typeface="Gowun Batang"/>
              <a:buNone/>
              <a:defRPr sz="5500"/>
            </a:lvl6pPr>
            <a:lvl7pPr lvl="6" algn="ctr">
              <a:spcBef>
                <a:spcPts val="0"/>
              </a:spcBef>
              <a:spcAft>
                <a:spcPts val="0"/>
              </a:spcAft>
              <a:buClr>
                <a:schemeClr val="lt1"/>
              </a:buClr>
              <a:buSzPts val="5500"/>
              <a:buFont typeface="Gowun Batang"/>
              <a:buNone/>
              <a:defRPr sz="5500"/>
            </a:lvl7pPr>
            <a:lvl8pPr lvl="7" algn="ctr">
              <a:spcBef>
                <a:spcPts val="0"/>
              </a:spcBef>
              <a:spcAft>
                <a:spcPts val="0"/>
              </a:spcAft>
              <a:buClr>
                <a:schemeClr val="lt1"/>
              </a:buClr>
              <a:buSzPts val="5500"/>
              <a:buFont typeface="Gowun Batang"/>
              <a:buNone/>
              <a:defRPr sz="5500"/>
            </a:lvl8pPr>
            <a:lvl9pPr lvl="8" algn="ctr">
              <a:spcBef>
                <a:spcPts val="0"/>
              </a:spcBef>
              <a:spcAft>
                <a:spcPts val="0"/>
              </a:spcAft>
              <a:buClr>
                <a:schemeClr val="lt1"/>
              </a:buClr>
              <a:buSzPts val="5500"/>
              <a:buFont typeface="Gowun Batang"/>
              <a:buNone/>
              <a:defRPr sz="55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BLANK_1_1_1_1_1_1_1_1_2_3">
    <p:bg>
      <p:bgPr>
        <a:solidFill>
          <a:schemeClr val="lt2"/>
        </a:solidFill>
      </p:bgPr>
    </p:bg>
    <p:spTree>
      <p:nvGrpSpPr>
        <p:cNvPr id="827" name="Shape 827"/>
        <p:cNvGrpSpPr/>
        <p:nvPr/>
      </p:nvGrpSpPr>
      <p:grpSpPr>
        <a:xfrm>
          <a:off x="0" y="0"/>
          <a:ext cx="0" cy="0"/>
          <a:chOff x="0" y="0"/>
          <a:chExt cx="0" cy="0"/>
        </a:xfrm>
      </p:grpSpPr>
      <p:sp>
        <p:nvSpPr>
          <p:cNvPr id="828" name="Google Shape;828;p44"/>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829" name="Google Shape;829;p4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30" name="Google Shape;830;p44"/>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831" name="Google Shape;831;p44"/>
          <p:cNvCxnSpPr/>
          <p:nvPr/>
        </p:nvCxnSpPr>
        <p:spPr>
          <a:xfrm>
            <a:off x="67737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32" name="Google Shape;832;p4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33" name="Google Shape;833;p44"/>
          <p:cNvSpPr txBox="1"/>
          <p:nvPr>
            <p:ph idx="1" type="body"/>
          </p:nvPr>
        </p:nvSpPr>
        <p:spPr>
          <a:xfrm>
            <a:off x="6773750" y="841725"/>
            <a:ext cx="1848900" cy="40032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ALT 1">
  <p:cSld name="BLANK_1_1_1_1_1_1_1_1_2_3_1">
    <p:bg>
      <p:bgPr>
        <a:solidFill>
          <a:schemeClr val="lt2"/>
        </a:solidFill>
      </p:bgPr>
    </p:bg>
    <p:spTree>
      <p:nvGrpSpPr>
        <p:cNvPr id="834" name="Shape 834"/>
        <p:cNvGrpSpPr/>
        <p:nvPr/>
      </p:nvGrpSpPr>
      <p:grpSpPr>
        <a:xfrm>
          <a:off x="0" y="0"/>
          <a:ext cx="0" cy="0"/>
          <a:chOff x="0" y="0"/>
          <a:chExt cx="0" cy="0"/>
        </a:xfrm>
      </p:grpSpPr>
      <p:sp>
        <p:nvSpPr>
          <p:cNvPr id="835" name="Google Shape;835;p45"/>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836" name="Google Shape;836;p45"/>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37" name="Google Shape;837;p45"/>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838" name="Google Shape;838;p45"/>
          <p:cNvCxnSpPr/>
          <p:nvPr/>
        </p:nvCxnSpPr>
        <p:spPr>
          <a:xfrm>
            <a:off x="67737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39" name="Google Shape;839;p4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40" name="Google Shape;840;p45"/>
          <p:cNvSpPr txBox="1"/>
          <p:nvPr>
            <p:ph idx="1" type="body"/>
          </p:nvPr>
        </p:nvSpPr>
        <p:spPr>
          <a:xfrm>
            <a:off x="6773750" y="841725"/>
            <a:ext cx="1848900" cy="40032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841" name="Google Shape;841;p45"/>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42" name="Google Shape;842;p45"/>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43" name="Google Shape;843;p45"/>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 Comment - Dark ALT">
  <p:cSld name="BLANK_1_1_1_1_1_1_1_1_2_2">
    <p:bg>
      <p:bgPr>
        <a:solidFill>
          <a:schemeClr val="dk2"/>
        </a:solidFill>
      </p:bgPr>
    </p:bg>
    <p:spTree>
      <p:nvGrpSpPr>
        <p:cNvPr id="844" name="Shape 844"/>
        <p:cNvGrpSpPr/>
        <p:nvPr/>
      </p:nvGrpSpPr>
      <p:grpSpPr>
        <a:xfrm>
          <a:off x="0" y="0"/>
          <a:ext cx="0" cy="0"/>
          <a:chOff x="0" y="0"/>
          <a:chExt cx="0" cy="0"/>
        </a:xfrm>
      </p:grpSpPr>
      <p:sp>
        <p:nvSpPr>
          <p:cNvPr id="845" name="Google Shape;845;p46"/>
          <p:cNvSpPr/>
          <p:nvPr/>
        </p:nvSpPr>
        <p:spPr>
          <a:xfrm>
            <a:off x="6771475" y="-25"/>
            <a:ext cx="23724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846" name="Google Shape;846;p46"/>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847" name="Google Shape;847;p46"/>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848" name="Google Shape;848;p46"/>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849" name="Google Shape;849;p46"/>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850" name="Google Shape;850;p46"/>
          <p:cNvCxnSpPr/>
          <p:nvPr/>
        </p:nvCxnSpPr>
        <p:spPr>
          <a:xfrm>
            <a:off x="67737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851" name="Google Shape;851;p46"/>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852" name="Google Shape;852;p46"/>
          <p:cNvSpPr txBox="1"/>
          <p:nvPr>
            <p:ph type="title"/>
          </p:nvPr>
        </p:nvSpPr>
        <p:spPr>
          <a:xfrm>
            <a:off x="6773750" y="841725"/>
            <a:ext cx="1848900" cy="364800"/>
          </a:xfrm>
          <a:prstGeom prst="rect">
            <a:avLst/>
          </a:prstGeom>
        </p:spPr>
        <p:txBody>
          <a:bodyPr anchorCtr="0" anchor="ctr" bIns="91425" lIns="182875"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853" name="Google Shape;853;p46"/>
          <p:cNvSpPr txBox="1"/>
          <p:nvPr>
            <p:ph idx="4" type="subTitle"/>
          </p:nvPr>
        </p:nvSpPr>
        <p:spPr>
          <a:xfrm>
            <a:off x="6773750" y="1252675"/>
            <a:ext cx="1848900" cy="335100"/>
          </a:xfrm>
          <a:prstGeom prst="rect">
            <a:avLst/>
          </a:prstGeom>
        </p:spPr>
        <p:txBody>
          <a:bodyPr anchorCtr="0" anchor="t" bIns="0" lIns="182875" spcFirstLastPara="1" rIns="91425" wrap="square" tIns="0">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
        <p:nvSpPr>
          <p:cNvPr id="854" name="Google Shape;854;p46"/>
          <p:cNvSpPr txBox="1"/>
          <p:nvPr>
            <p:ph idx="5" type="body"/>
          </p:nvPr>
        </p:nvSpPr>
        <p:spPr>
          <a:xfrm>
            <a:off x="6773750" y="1633925"/>
            <a:ext cx="1848900" cy="32109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1pPr>
            <a:lvl2pPr indent="-292100" lvl="1" marL="914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2pPr>
            <a:lvl3pPr indent="-292100" lvl="2" marL="1371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3pPr>
            <a:lvl4pPr indent="-292100" lvl="3" marL="18288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4pPr>
            <a:lvl5pPr indent="-292100" lvl="4" marL="22860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5pPr>
            <a:lvl6pPr indent="-292100" lvl="5" marL="27432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6pPr>
            <a:lvl7pPr indent="-292100" lvl="6" marL="3200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7pPr>
            <a:lvl8pPr indent="-292100" lvl="7" marL="3657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8pPr>
            <a:lvl9pPr indent="-292100" lvl="8" marL="4114800">
              <a:spcBef>
                <a:spcPts val="800"/>
              </a:spcBef>
              <a:spcAft>
                <a:spcPts val="800"/>
              </a:spcAft>
              <a:buClr>
                <a:schemeClr val="dk1"/>
              </a:buClr>
              <a:buSzPts val="1000"/>
              <a:buFont typeface="Inter Light"/>
              <a:buChar char="■"/>
              <a:defRPr sz="1000">
                <a:solidFill>
                  <a:schemeClr val="dk1"/>
                </a:solidFill>
                <a:latin typeface="Inter Light"/>
                <a:ea typeface="Inter Light"/>
                <a:cs typeface="Inter Light"/>
                <a:sym typeface="Inter Light"/>
              </a:defRPr>
            </a:lvl9pPr>
          </a:lstStyle>
          <a:p/>
        </p:txBody>
      </p:sp>
      <p:cxnSp>
        <p:nvCxnSpPr>
          <p:cNvPr id="855" name="Google Shape;855;p46"/>
          <p:cNvCxnSpPr/>
          <p:nvPr/>
        </p:nvCxnSpPr>
        <p:spPr>
          <a:xfrm>
            <a:off x="521250" y="334900"/>
            <a:ext cx="86229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Dark ALT">
  <p:cSld name="BLANK_1_1_1_1_1_1_1_1_2_2_1">
    <p:bg>
      <p:bgPr>
        <a:solidFill>
          <a:schemeClr val="dk2"/>
        </a:solidFill>
      </p:bgPr>
    </p:bg>
    <p:spTree>
      <p:nvGrpSpPr>
        <p:cNvPr id="856" name="Shape 856"/>
        <p:cNvGrpSpPr/>
        <p:nvPr/>
      </p:nvGrpSpPr>
      <p:grpSpPr>
        <a:xfrm>
          <a:off x="0" y="0"/>
          <a:ext cx="0" cy="0"/>
          <a:chOff x="0" y="0"/>
          <a:chExt cx="0" cy="0"/>
        </a:xfrm>
      </p:grpSpPr>
      <p:sp>
        <p:nvSpPr>
          <p:cNvPr id="857" name="Google Shape;857;p47"/>
          <p:cNvSpPr/>
          <p:nvPr/>
        </p:nvSpPr>
        <p:spPr>
          <a:xfrm>
            <a:off x="6771475" y="-25"/>
            <a:ext cx="23724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858" name="Google Shape;858;p47"/>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859" name="Google Shape;859;p47"/>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860" name="Google Shape;860;p47"/>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861" name="Google Shape;861;p47"/>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862" name="Google Shape;862;p47"/>
          <p:cNvCxnSpPr/>
          <p:nvPr/>
        </p:nvCxnSpPr>
        <p:spPr>
          <a:xfrm>
            <a:off x="67737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863" name="Google Shape;863;p47"/>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864" name="Google Shape;864;p47"/>
          <p:cNvCxnSpPr/>
          <p:nvPr/>
        </p:nvCxnSpPr>
        <p:spPr>
          <a:xfrm>
            <a:off x="521250" y="334900"/>
            <a:ext cx="8622900" cy="0"/>
          </a:xfrm>
          <a:prstGeom prst="straightConnector1">
            <a:avLst/>
          </a:prstGeom>
          <a:noFill/>
          <a:ln cap="flat" cmpd="sng" w="9525">
            <a:solidFill>
              <a:schemeClr val="accent6"/>
            </a:solidFill>
            <a:prstDash val="solid"/>
            <a:round/>
            <a:headEnd len="sm" w="sm" type="none"/>
            <a:tailEnd len="sm" w="sm" type="none"/>
          </a:ln>
        </p:spPr>
      </p:cxnSp>
      <p:sp>
        <p:nvSpPr>
          <p:cNvPr id="865" name="Google Shape;865;p47"/>
          <p:cNvSpPr txBox="1"/>
          <p:nvPr>
            <p:ph idx="4" type="body"/>
          </p:nvPr>
        </p:nvSpPr>
        <p:spPr>
          <a:xfrm>
            <a:off x="6773750" y="841725"/>
            <a:ext cx="1848900" cy="40032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1pPr>
            <a:lvl2pPr indent="-292100" lvl="1" marL="914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2pPr>
            <a:lvl3pPr indent="-292100" lvl="2" marL="1371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3pPr>
            <a:lvl4pPr indent="-292100" lvl="3" marL="18288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4pPr>
            <a:lvl5pPr indent="-292100" lvl="4" marL="22860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5pPr>
            <a:lvl6pPr indent="-292100" lvl="5" marL="27432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6pPr>
            <a:lvl7pPr indent="-292100" lvl="6" marL="3200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7pPr>
            <a:lvl8pPr indent="-292100" lvl="7" marL="3657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8pPr>
            <a:lvl9pPr indent="-292100" lvl="8" marL="4114800">
              <a:spcBef>
                <a:spcPts val="800"/>
              </a:spcBef>
              <a:spcAft>
                <a:spcPts val="800"/>
              </a:spcAft>
              <a:buClr>
                <a:schemeClr val="dk1"/>
              </a:buClr>
              <a:buSzPts val="1000"/>
              <a:buFont typeface="Inter Light"/>
              <a:buChar char="■"/>
              <a:defRPr sz="1000">
                <a:solidFill>
                  <a:schemeClr val="dk1"/>
                </a:solidFill>
                <a:latin typeface="Inter Light"/>
                <a:ea typeface="Inter Light"/>
                <a:cs typeface="Inter Light"/>
                <a:sym typeface="Inter Light"/>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
    <p:bg>
      <p:bgPr>
        <a:solidFill>
          <a:schemeClr val="lt2"/>
        </a:solidFill>
      </p:bgPr>
    </p:bg>
    <p:spTree>
      <p:nvGrpSpPr>
        <p:cNvPr id="866" name="Shape 866"/>
        <p:cNvGrpSpPr/>
        <p:nvPr/>
      </p:nvGrpSpPr>
      <p:grpSpPr>
        <a:xfrm>
          <a:off x="0" y="0"/>
          <a:ext cx="0" cy="0"/>
          <a:chOff x="0" y="0"/>
          <a:chExt cx="0" cy="0"/>
        </a:xfrm>
      </p:grpSpPr>
      <p:cxnSp>
        <p:nvCxnSpPr>
          <p:cNvPr id="867" name="Google Shape;867;p48"/>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68" name="Google Shape;868;p48"/>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869" name="Google Shape;869;p4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70" name="Google Shape;870;p4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71" name="Google Shape;871;p48"/>
          <p:cNvSpPr txBox="1"/>
          <p:nvPr>
            <p:ph idx="1" type="body"/>
          </p:nvPr>
        </p:nvSpPr>
        <p:spPr>
          <a:xfrm>
            <a:off x="5019300" y="1471750"/>
            <a:ext cx="3614400" cy="33576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872" name="Google Shape;872;p48"/>
          <p:cNvSpPr txBox="1"/>
          <p:nvPr>
            <p:ph type="title"/>
          </p:nvPr>
        </p:nvSpPr>
        <p:spPr>
          <a:xfrm>
            <a:off x="1428975" y="1989426"/>
            <a:ext cx="2682600" cy="137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1pPr>
            <a:lvl2pPr lvl="1"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2pPr>
            <a:lvl3pPr lvl="2"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3pPr>
            <a:lvl4pPr lvl="3"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4pPr>
            <a:lvl5pPr lvl="4"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5pPr>
            <a:lvl6pPr lvl="5"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6pPr>
            <a:lvl7pPr lvl="6"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7pPr>
            <a:lvl8pPr lvl="7"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8pPr>
            <a:lvl9pPr lvl="8"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 ALT 1">
  <p:cSld name="BLANK_1_1_1_1_1_1_1_1_1_2">
    <p:bg>
      <p:bgPr>
        <a:solidFill>
          <a:schemeClr val="lt2"/>
        </a:solidFill>
      </p:bgPr>
    </p:bg>
    <p:spTree>
      <p:nvGrpSpPr>
        <p:cNvPr id="873" name="Shape 873"/>
        <p:cNvGrpSpPr/>
        <p:nvPr/>
      </p:nvGrpSpPr>
      <p:grpSpPr>
        <a:xfrm>
          <a:off x="0" y="0"/>
          <a:ext cx="0" cy="0"/>
          <a:chOff x="0" y="0"/>
          <a:chExt cx="0" cy="0"/>
        </a:xfrm>
      </p:grpSpPr>
      <p:cxnSp>
        <p:nvCxnSpPr>
          <p:cNvPr id="874" name="Google Shape;874;p49"/>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75" name="Google Shape;875;p49"/>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876" name="Google Shape;876;p4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77" name="Google Shape;877;p4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78" name="Google Shape;878;p49"/>
          <p:cNvSpPr txBox="1"/>
          <p:nvPr>
            <p:ph idx="1" type="body"/>
          </p:nvPr>
        </p:nvSpPr>
        <p:spPr>
          <a:xfrm>
            <a:off x="5019300" y="1471750"/>
            <a:ext cx="3614400" cy="33576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879" name="Google Shape;879;p49"/>
          <p:cNvSpPr txBox="1"/>
          <p:nvPr>
            <p:ph type="title"/>
          </p:nvPr>
        </p:nvSpPr>
        <p:spPr>
          <a:xfrm>
            <a:off x="1428975" y="1989426"/>
            <a:ext cx="2682600" cy="137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1pPr>
            <a:lvl2pPr lvl="1"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2pPr>
            <a:lvl3pPr lvl="2"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3pPr>
            <a:lvl4pPr lvl="3"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4pPr>
            <a:lvl5pPr lvl="4"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5pPr>
            <a:lvl6pPr lvl="5"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6pPr>
            <a:lvl7pPr lvl="6"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7pPr>
            <a:lvl8pPr lvl="7"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8pPr>
            <a:lvl9pPr lvl="8"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9pPr>
          </a:lstStyle>
          <a:p/>
        </p:txBody>
      </p:sp>
      <p:sp>
        <p:nvSpPr>
          <p:cNvPr id="880" name="Google Shape;880;p49"/>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81" name="Google Shape;881;p49"/>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82" name="Google Shape;882;p49"/>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83" name="Google Shape;883;p49"/>
          <p:cNvSpPr txBox="1"/>
          <p:nvPr>
            <p:ph idx="5" type="title"/>
          </p:nvPr>
        </p:nvSpPr>
        <p:spPr>
          <a:xfrm>
            <a:off x="5019300" y="91975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 - ALT 2">
  <p:cSld name="BLANK_1_1_1_1_1_1_1_1_1_1_2">
    <p:bg>
      <p:bgPr>
        <a:solidFill>
          <a:schemeClr val="lt2"/>
        </a:solidFill>
      </p:bgPr>
    </p:bg>
    <p:spTree>
      <p:nvGrpSpPr>
        <p:cNvPr id="884" name="Shape 884"/>
        <p:cNvGrpSpPr/>
        <p:nvPr/>
      </p:nvGrpSpPr>
      <p:grpSpPr>
        <a:xfrm>
          <a:off x="0" y="0"/>
          <a:ext cx="0" cy="0"/>
          <a:chOff x="0" y="0"/>
          <a:chExt cx="0" cy="0"/>
        </a:xfrm>
      </p:grpSpPr>
      <p:sp>
        <p:nvSpPr>
          <p:cNvPr id="885" name="Google Shape;885;p50"/>
          <p:cNvSpPr/>
          <p:nvPr/>
        </p:nvSpPr>
        <p:spPr>
          <a:xfrm>
            <a:off x="3456825" y="841725"/>
            <a:ext cx="2763600" cy="4301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886" name="Google Shape;886;p50"/>
          <p:cNvSpPr txBox="1"/>
          <p:nvPr>
            <p:ph idx="1" type="subTitle"/>
          </p:nvPr>
        </p:nvSpPr>
        <p:spPr>
          <a:xfrm>
            <a:off x="1035375" y="4439000"/>
            <a:ext cx="1916100" cy="342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887" name="Google Shape;887;p50"/>
          <p:cNvSpPr txBox="1"/>
          <p:nvPr>
            <p:ph idx="2" type="subTitle"/>
          </p:nvPr>
        </p:nvSpPr>
        <p:spPr>
          <a:xfrm>
            <a:off x="6725775" y="4439000"/>
            <a:ext cx="1916100" cy="342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888" name="Google Shape;888;p50"/>
          <p:cNvSpPr txBox="1"/>
          <p:nvPr>
            <p:ph idx="3" type="subTitle"/>
          </p:nvPr>
        </p:nvSpPr>
        <p:spPr>
          <a:xfrm>
            <a:off x="3887200" y="4439000"/>
            <a:ext cx="1916100" cy="342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889" name="Google Shape;889;p50"/>
          <p:cNvSpPr txBox="1"/>
          <p:nvPr>
            <p:ph type="title"/>
          </p:nvPr>
        </p:nvSpPr>
        <p:spPr>
          <a:xfrm>
            <a:off x="2511550" y="4104025"/>
            <a:ext cx="4398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1pPr>
            <a:lvl2pPr lvl="1"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2pPr>
            <a:lvl3pPr lvl="2"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3pPr>
            <a:lvl4pPr lvl="3"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4pPr>
            <a:lvl5pPr lvl="4"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5pPr>
            <a:lvl6pPr lvl="5"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6pPr>
            <a:lvl7pPr lvl="6"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7pPr>
            <a:lvl8pPr lvl="7"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8pPr>
            <a:lvl9pPr lvl="8"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9pPr>
          </a:lstStyle>
          <a:p/>
        </p:txBody>
      </p:sp>
      <p:sp>
        <p:nvSpPr>
          <p:cNvPr id="890" name="Google Shape;890;p50"/>
          <p:cNvSpPr txBox="1"/>
          <p:nvPr>
            <p:ph idx="4" type="title"/>
          </p:nvPr>
        </p:nvSpPr>
        <p:spPr>
          <a:xfrm>
            <a:off x="8201950" y="4104025"/>
            <a:ext cx="4398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1pPr>
            <a:lvl2pPr lvl="1"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2pPr>
            <a:lvl3pPr lvl="2"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3pPr>
            <a:lvl4pPr lvl="3"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4pPr>
            <a:lvl5pPr lvl="4"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5pPr>
            <a:lvl6pPr lvl="5"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6pPr>
            <a:lvl7pPr lvl="6"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7pPr>
            <a:lvl8pPr lvl="7"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8pPr>
            <a:lvl9pPr lvl="8"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9pPr>
          </a:lstStyle>
          <a:p/>
        </p:txBody>
      </p:sp>
      <p:sp>
        <p:nvSpPr>
          <p:cNvPr id="891" name="Google Shape;891;p50"/>
          <p:cNvSpPr txBox="1"/>
          <p:nvPr>
            <p:ph idx="5" type="title"/>
          </p:nvPr>
        </p:nvSpPr>
        <p:spPr>
          <a:xfrm>
            <a:off x="1179150" y="3973850"/>
            <a:ext cx="487500" cy="335100"/>
          </a:xfrm>
          <a:prstGeom prst="rect">
            <a:avLst/>
          </a:prstGeom>
        </p:spPr>
        <p:txBody>
          <a:bodyPr anchorCtr="0" anchor="ctr" bIns="91425" lIns="91425" spcFirstLastPara="1" rIns="91425" wrap="square" tIns="91425">
            <a:spAutoFit/>
          </a:bodyPr>
          <a:lstStyle>
            <a:lvl1pPr lvl="0"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9pPr>
          </a:lstStyle>
          <a:p/>
        </p:txBody>
      </p:sp>
      <p:sp>
        <p:nvSpPr>
          <p:cNvPr id="892" name="Google Shape;892;p50"/>
          <p:cNvSpPr txBox="1"/>
          <p:nvPr>
            <p:ph idx="6" type="title"/>
          </p:nvPr>
        </p:nvSpPr>
        <p:spPr>
          <a:xfrm>
            <a:off x="6869550" y="3973850"/>
            <a:ext cx="487500" cy="335100"/>
          </a:xfrm>
          <a:prstGeom prst="rect">
            <a:avLst/>
          </a:prstGeom>
        </p:spPr>
        <p:txBody>
          <a:bodyPr anchorCtr="0" anchor="ctr" bIns="91425" lIns="91425" spcFirstLastPara="1" rIns="91425" wrap="square" tIns="91425">
            <a:spAutoFit/>
          </a:bodyPr>
          <a:lstStyle>
            <a:lvl1pPr lvl="0"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9pPr>
          </a:lstStyle>
          <a:p/>
        </p:txBody>
      </p:sp>
      <p:sp>
        <p:nvSpPr>
          <p:cNvPr id="893" name="Google Shape;893;p50"/>
          <p:cNvSpPr txBox="1"/>
          <p:nvPr>
            <p:ph idx="7" type="title"/>
          </p:nvPr>
        </p:nvSpPr>
        <p:spPr>
          <a:xfrm>
            <a:off x="4906000" y="3973850"/>
            <a:ext cx="487500" cy="335100"/>
          </a:xfrm>
          <a:prstGeom prst="rect">
            <a:avLst/>
          </a:prstGeom>
        </p:spPr>
        <p:txBody>
          <a:bodyPr anchorCtr="0" anchor="ctr" bIns="91425" lIns="91425" spcFirstLastPara="1" rIns="91425" wrap="square" tIns="91425">
            <a:spAutoFit/>
          </a:bodyPr>
          <a:lstStyle>
            <a:lvl1pPr lvl="0"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894" name="Google Shape;894;p50"/>
          <p:cNvSpPr txBox="1"/>
          <p:nvPr>
            <p:ph idx="8" type="title"/>
          </p:nvPr>
        </p:nvSpPr>
        <p:spPr>
          <a:xfrm>
            <a:off x="5363375" y="4104025"/>
            <a:ext cx="4398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1pPr>
            <a:lvl2pPr lvl="1"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2pPr>
            <a:lvl3pPr lvl="2"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3pPr>
            <a:lvl4pPr lvl="3"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4pPr>
            <a:lvl5pPr lvl="4"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5pPr>
            <a:lvl6pPr lvl="5"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6pPr>
            <a:lvl7pPr lvl="6"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7pPr>
            <a:lvl8pPr lvl="7"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8pPr>
            <a:lvl9pPr lvl="8"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9pPr>
          </a:lstStyle>
          <a:p/>
        </p:txBody>
      </p:sp>
      <p:sp>
        <p:nvSpPr>
          <p:cNvPr id="895" name="Google Shape;895;p50"/>
          <p:cNvSpPr txBox="1"/>
          <p:nvPr>
            <p:ph idx="9" type="body"/>
          </p:nvPr>
        </p:nvSpPr>
        <p:spPr>
          <a:xfrm>
            <a:off x="922250" y="2203550"/>
            <a:ext cx="2141100" cy="1649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96" name="Google Shape;896;p50"/>
          <p:cNvSpPr txBox="1"/>
          <p:nvPr>
            <p:ph idx="13" type="body"/>
          </p:nvPr>
        </p:nvSpPr>
        <p:spPr>
          <a:xfrm>
            <a:off x="6613213" y="2203550"/>
            <a:ext cx="2141100" cy="1649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97" name="Google Shape;897;p50"/>
          <p:cNvSpPr txBox="1"/>
          <p:nvPr>
            <p:ph idx="14" type="body"/>
          </p:nvPr>
        </p:nvSpPr>
        <p:spPr>
          <a:xfrm>
            <a:off x="3767726" y="2203550"/>
            <a:ext cx="2141100" cy="1649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98" name="Google Shape;898;p50"/>
          <p:cNvSpPr txBox="1"/>
          <p:nvPr>
            <p:ph idx="15" type="title"/>
          </p:nvPr>
        </p:nvSpPr>
        <p:spPr>
          <a:xfrm>
            <a:off x="922925" y="841900"/>
            <a:ext cx="2141100" cy="1361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cxnSp>
        <p:nvCxnSpPr>
          <p:cNvPr id="899" name="Google Shape;899;p50"/>
          <p:cNvCxnSpPr/>
          <p:nvPr/>
        </p:nvCxnSpPr>
        <p:spPr>
          <a:xfrm rot="10800000">
            <a:off x="1352947" y="4439001"/>
            <a:ext cx="1598400" cy="0"/>
          </a:xfrm>
          <a:prstGeom prst="straightConnector1">
            <a:avLst/>
          </a:prstGeom>
          <a:noFill/>
          <a:ln cap="flat" cmpd="sng" w="9525">
            <a:solidFill>
              <a:schemeClr val="lt1"/>
            </a:solidFill>
            <a:prstDash val="solid"/>
            <a:round/>
            <a:headEnd len="sm" w="sm" type="none"/>
            <a:tailEnd len="sm" w="sm" type="none"/>
          </a:ln>
        </p:spPr>
      </p:cxnSp>
      <p:sp>
        <p:nvSpPr>
          <p:cNvPr id="900" name="Google Shape;900;p50"/>
          <p:cNvSpPr/>
          <p:nvPr/>
        </p:nvSpPr>
        <p:spPr>
          <a:xfrm>
            <a:off x="1349465" y="4383492"/>
            <a:ext cx="105900" cy="111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cxnSp>
        <p:nvCxnSpPr>
          <p:cNvPr id="901" name="Google Shape;901;p50"/>
          <p:cNvCxnSpPr/>
          <p:nvPr/>
        </p:nvCxnSpPr>
        <p:spPr>
          <a:xfrm rot="10800000">
            <a:off x="1035365" y="4439000"/>
            <a:ext cx="317700" cy="0"/>
          </a:xfrm>
          <a:prstGeom prst="straightConnector1">
            <a:avLst/>
          </a:prstGeom>
          <a:noFill/>
          <a:ln cap="flat" cmpd="sng" w="19050">
            <a:solidFill>
              <a:schemeClr val="accent1"/>
            </a:solidFill>
            <a:prstDash val="solid"/>
            <a:round/>
            <a:headEnd len="sm" w="sm" type="none"/>
            <a:tailEnd len="sm" w="sm" type="none"/>
          </a:ln>
        </p:spPr>
      </p:cxnSp>
      <p:sp>
        <p:nvSpPr>
          <p:cNvPr id="902" name="Google Shape;902;p50"/>
          <p:cNvSpPr txBox="1"/>
          <p:nvPr>
            <p:ph idx="16"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03" name="Google Shape;903;p50"/>
          <p:cNvSpPr txBox="1"/>
          <p:nvPr>
            <p:ph idx="17"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904" name="Google Shape;904;p50"/>
          <p:cNvSpPr txBox="1"/>
          <p:nvPr>
            <p:ph idx="1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905" name="Google Shape;905;p50"/>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906" name="Google Shape;906;p50"/>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907" name="Google Shape;907;p5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08" name="Google Shape;908;p5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09" name="Google Shape;909;p50"/>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910" name="Google Shape;910;p50"/>
          <p:cNvSpPr txBox="1"/>
          <p:nvPr>
            <p:ph idx="19" type="title"/>
          </p:nvPr>
        </p:nvSpPr>
        <p:spPr>
          <a:xfrm flipH="1">
            <a:off x="524150" y="334900"/>
            <a:ext cx="62487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911" name="Google Shape;911;p50"/>
          <p:cNvCxnSpPr/>
          <p:nvPr/>
        </p:nvCxnSpPr>
        <p:spPr>
          <a:xfrm rot="10800000">
            <a:off x="7043347" y="4439001"/>
            <a:ext cx="1598400" cy="0"/>
          </a:xfrm>
          <a:prstGeom prst="straightConnector1">
            <a:avLst/>
          </a:prstGeom>
          <a:noFill/>
          <a:ln cap="flat" cmpd="sng" w="9525">
            <a:solidFill>
              <a:schemeClr val="lt1"/>
            </a:solidFill>
            <a:prstDash val="solid"/>
            <a:round/>
            <a:headEnd len="sm" w="sm" type="none"/>
            <a:tailEnd len="sm" w="sm" type="none"/>
          </a:ln>
        </p:spPr>
      </p:cxnSp>
      <p:sp>
        <p:nvSpPr>
          <p:cNvPr id="912" name="Google Shape;912;p50"/>
          <p:cNvSpPr/>
          <p:nvPr/>
        </p:nvSpPr>
        <p:spPr>
          <a:xfrm>
            <a:off x="7039865" y="4383492"/>
            <a:ext cx="105900" cy="111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cxnSp>
        <p:nvCxnSpPr>
          <p:cNvPr id="913" name="Google Shape;913;p50"/>
          <p:cNvCxnSpPr/>
          <p:nvPr/>
        </p:nvCxnSpPr>
        <p:spPr>
          <a:xfrm rot="10800000">
            <a:off x="6725765" y="4439000"/>
            <a:ext cx="317700" cy="0"/>
          </a:xfrm>
          <a:prstGeom prst="straightConnector1">
            <a:avLst/>
          </a:prstGeom>
          <a:noFill/>
          <a:ln cap="flat" cmpd="sng" w="19050">
            <a:solidFill>
              <a:schemeClr val="accent1"/>
            </a:solidFill>
            <a:prstDash val="solid"/>
            <a:round/>
            <a:headEnd len="sm" w="sm" type="none"/>
            <a:tailEnd len="sm" w="sm" type="none"/>
          </a:ln>
        </p:spPr>
      </p:cxnSp>
      <p:sp>
        <p:nvSpPr>
          <p:cNvPr id="914" name="Google Shape;914;p50"/>
          <p:cNvSpPr txBox="1"/>
          <p:nvPr>
            <p:ph idx="20" type="title"/>
          </p:nvPr>
        </p:nvSpPr>
        <p:spPr>
          <a:xfrm>
            <a:off x="6613888" y="841900"/>
            <a:ext cx="2141100" cy="1361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cxnSp>
        <p:nvCxnSpPr>
          <p:cNvPr id="915" name="Google Shape;915;p50"/>
          <p:cNvCxnSpPr/>
          <p:nvPr/>
        </p:nvCxnSpPr>
        <p:spPr>
          <a:xfrm rot="10800000">
            <a:off x="520800" y="2203225"/>
            <a:ext cx="8623200" cy="0"/>
          </a:xfrm>
          <a:prstGeom prst="straightConnector1">
            <a:avLst/>
          </a:prstGeom>
          <a:noFill/>
          <a:ln cap="flat" cmpd="sng" w="9525">
            <a:solidFill>
              <a:schemeClr val="lt1"/>
            </a:solidFill>
            <a:prstDash val="solid"/>
            <a:round/>
            <a:headEnd len="sm" w="sm" type="none"/>
            <a:tailEnd len="sm" w="sm" type="none"/>
          </a:ln>
        </p:spPr>
      </p:cxnSp>
      <p:sp>
        <p:nvSpPr>
          <p:cNvPr id="916" name="Google Shape;916;p50"/>
          <p:cNvSpPr txBox="1"/>
          <p:nvPr>
            <p:ph idx="21" type="title"/>
          </p:nvPr>
        </p:nvSpPr>
        <p:spPr>
          <a:xfrm>
            <a:off x="3768413" y="841900"/>
            <a:ext cx="2141100" cy="1361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cxnSp>
        <p:nvCxnSpPr>
          <p:cNvPr id="917" name="Google Shape;917;p50"/>
          <p:cNvCxnSpPr/>
          <p:nvPr/>
        </p:nvCxnSpPr>
        <p:spPr>
          <a:xfrm rot="10800000">
            <a:off x="4204772" y="4439001"/>
            <a:ext cx="1598400" cy="0"/>
          </a:xfrm>
          <a:prstGeom prst="straightConnector1">
            <a:avLst/>
          </a:prstGeom>
          <a:noFill/>
          <a:ln cap="flat" cmpd="sng" w="9525">
            <a:solidFill>
              <a:schemeClr val="lt1"/>
            </a:solidFill>
            <a:prstDash val="solid"/>
            <a:round/>
            <a:headEnd len="sm" w="sm" type="none"/>
            <a:tailEnd len="sm" w="sm" type="none"/>
          </a:ln>
        </p:spPr>
      </p:cxnSp>
      <p:sp>
        <p:nvSpPr>
          <p:cNvPr id="918" name="Google Shape;918;p50"/>
          <p:cNvSpPr/>
          <p:nvPr/>
        </p:nvSpPr>
        <p:spPr>
          <a:xfrm>
            <a:off x="5076315" y="4383492"/>
            <a:ext cx="105900" cy="111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cxnSp>
        <p:nvCxnSpPr>
          <p:cNvPr id="919" name="Google Shape;919;p50"/>
          <p:cNvCxnSpPr/>
          <p:nvPr/>
        </p:nvCxnSpPr>
        <p:spPr>
          <a:xfrm rot="10800000">
            <a:off x="3887050" y="4439000"/>
            <a:ext cx="1212600" cy="0"/>
          </a:xfrm>
          <a:prstGeom prst="straightConnector1">
            <a:avLst/>
          </a:prstGeom>
          <a:noFill/>
          <a:ln cap="flat" cmpd="sng" w="19050">
            <a:solidFill>
              <a:schemeClr val="lt1"/>
            </a:solidFill>
            <a:prstDash val="solid"/>
            <a:round/>
            <a:headEnd len="sm" w="sm" type="none"/>
            <a:tailEnd len="sm" w="sm" type="none"/>
          </a:ln>
        </p:spPr>
      </p:cxnSp>
      <p:cxnSp>
        <p:nvCxnSpPr>
          <p:cNvPr id="920" name="Google Shape;920;p50"/>
          <p:cNvCxnSpPr/>
          <p:nvPr/>
        </p:nvCxnSpPr>
        <p:spPr>
          <a:xfrm rot="10800000">
            <a:off x="527025" y="3852400"/>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 - ALT 3">
  <p:cSld name="CUSTOM">
    <p:bg>
      <p:bgPr>
        <a:solidFill>
          <a:schemeClr val="lt1"/>
        </a:solidFill>
      </p:bgPr>
    </p:bg>
    <p:spTree>
      <p:nvGrpSpPr>
        <p:cNvPr id="921" name="Shape 921"/>
        <p:cNvGrpSpPr/>
        <p:nvPr/>
      </p:nvGrpSpPr>
      <p:grpSpPr>
        <a:xfrm>
          <a:off x="0" y="0"/>
          <a:ext cx="0" cy="0"/>
          <a:chOff x="0" y="0"/>
          <a:chExt cx="0" cy="0"/>
        </a:xfrm>
      </p:grpSpPr>
      <p:grpSp>
        <p:nvGrpSpPr>
          <p:cNvPr id="922" name="Google Shape;922;p51"/>
          <p:cNvGrpSpPr/>
          <p:nvPr/>
        </p:nvGrpSpPr>
        <p:grpSpPr>
          <a:xfrm rot="5400000">
            <a:off x="593777" y="658085"/>
            <a:ext cx="369896" cy="333900"/>
            <a:chOff x="96076" y="654376"/>
            <a:chExt cx="369896" cy="333900"/>
          </a:xfrm>
        </p:grpSpPr>
        <p:cxnSp>
          <p:nvCxnSpPr>
            <p:cNvPr id="923" name="Google Shape;923;p51"/>
            <p:cNvCxnSpPr/>
            <p:nvPr/>
          </p:nvCxnSpPr>
          <p:spPr>
            <a:xfrm rot="5400000">
              <a:off x="113975" y="821326"/>
              <a:ext cx="333900" cy="0"/>
            </a:xfrm>
            <a:prstGeom prst="straightConnector1">
              <a:avLst/>
            </a:prstGeom>
            <a:noFill/>
            <a:ln cap="flat" cmpd="sng" w="19050">
              <a:solidFill>
                <a:schemeClr val="accent6"/>
              </a:solidFill>
              <a:prstDash val="solid"/>
              <a:round/>
              <a:headEnd len="sm" w="sm" type="none"/>
              <a:tailEnd len="sm" w="sm" type="none"/>
            </a:ln>
          </p:spPr>
        </p:cxnSp>
        <p:sp>
          <p:nvSpPr>
            <p:cNvPr id="924" name="Google Shape;924;p51"/>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925" name="Google Shape;925;p51"/>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926" name="Google Shape;926;p51"/>
          <p:cNvSpPr txBox="1"/>
          <p:nvPr>
            <p:ph type="title"/>
          </p:nvPr>
        </p:nvSpPr>
        <p:spPr>
          <a:xfrm>
            <a:off x="4322575" y="1217450"/>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927" name="Google Shape;927;p51"/>
          <p:cNvSpPr txBox="1"/>
          <p:nvPr>
            <p:ph idx="2" type="title"/>
          </p:nvPr>
        </p:nvSpPr>
        <p:spPr>
          <a:xfrm>
            <a:off x="1040875" y="1217450"/>
            <a:ext cx="3281700" cy="552000"/>
          </a:xfrm>
          <a:prstGeom prst="rect">
            <a:avLst/>
          </a:prstGeom>
        </p:spPr>
        <p:txBody>
          <a:bodyPr anchorCtr="0" anchor="b" bIns="91425" lIns="274300" spcFirstLastPara="1" rIns="182875" wrap="square" tIns="91425">
            <a:noAutofit/>
          </a:bodyPr>
          <a:lstStyle>
            <a:lvl1pPr lvl="0">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1pPr>
            <a:lvl2pPr lvl="1">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2pPr>
            <a:lvl3pPr lvl="2">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3pPr>
            <a:lvl4pPr lvl="3">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4pPr>
            <a:lvl5pPr lvl="4">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5pPr>
            <a:lvl6pPr lvl="5">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6pPr>
            <a:lvl7pPr lvl="6">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7pPr>
            <a:lvl8pPr lvl="7">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8pPr>
            <a:lvl9pPr lvl="8">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9pPr>
          </a:lstStyle>
          <a:p/>
        </p:txBody>
      </p:sp>
      <p:sp>
        <p:nvSpPr>
          <p:cNvPr id="928" name="Google Shape;928;p51"/>
          <p:cNvSpPr txBox="1"/>
          <p:nvPr>
            <p:ph idx="1" type="body"/>
          </p:nvPr>
        </p:nvSpPr>
        <p:spPr>
          <a:xfrm>
            <a:off x="1042100" y="1764975"/>
            <a:ext cx="3281700" cy="293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929" name="Google Shape;929;p51"/>
          <p:cNvSpPr txBox="1"/>
          <p:nvPr>
            <p:ph idx="3" type="subTitle"/>
          </p:nvPr>
        </p:nvSpPr>
        <p:spPr>
          <a:xfrm>
            <a:off x="1040400" y="334925"/>
            <a:ext cx="7582500" cy="3351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1pPr>
            <a:lvl2pPr lvl="1">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2pPr>
            <a:lvl3pPr lvl="2">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3pPr>
            <a:lvl4pPr lvl="3">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4pPr>
            <a:lvl5pPr lvl="4">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5pPr>
            <a:lvl6pPr lvl="5">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6pPr>
            <a:lvl7pPr lvl="6">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7pPr>
            <a:lvl8pPr lvl="7">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8pPr>
            <a:lvl9pPr lvl="8">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9pPr>
          </a:lstStyle>
          <a:p/>
        </p:txBody>
      </p:sp>
      <p:sp>
        <p:nvSpPr>
          <p:cNvPr id="930" name="Google Shape;930;p51"/>
          <p:cNvSpPr txBox="1"/>
          <p:nvPr>
            <p:ph idx="4" type="title"/>
          </p:nvPr>
        </p:nvSpPr>
        <p:spPr>
          <a:xfrm flipH="1">
            <a:off x="1046175" y="670000"/>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sp>
        <p:nvSpPr>
          <p:cNvPr id="931" name="Google Shape;931;p51"/>
          <p:cNvSpPr/>
          <p:nvPr/>
        </p:nvSpPr>
        <p:spPr>
          <a:xfrm>
            <a:off x="4324853" y="1916138"/>
            <a:ext cx="4298100" cy="34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2" name="Google Shape;932;p51"/>
          <p:cNvSpPr/>
          <p:nvPr/>
        </p:nvSpPr>
        <p:spPr>
          <a:xfrm>
            <a:off x="4324853" y="2613500"/>
            <a:ext cx="4298100" cy="34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33" name="Google Shape;933;p51"/>
          <p:cNvCxnSpPr/>
          <p:nvPr/>
        </p:nvCxnSpPr>
        <p:spPr>
          <a:xfrm rot="10800000">
            <a:off x="4324673" y="156706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4" name="Google Shape;934;p51"/>
          <p:cNvCxnSpPr/>
          <p:nvPr/>
        </p:nvCxnSpPr>
        <p:spPr>
          <a:xfrm rot="10800000">
            <a:off x="4324066" y="191528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5" name="Google Shape;935;p51"/>
          <p:cNvCxnSpPr/>
          <p:nvPr/>
        </p:nvCxnSpPr>
        <p:spPr>
          <a:xfrm rot="10800000">
            <a:off x="4324066" y="226444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6" name="Google Shape;936;p51"/>
          <p:cNvCxnSpPr/>
          <p:nvPr/>
        </p:nvCxnSpPr>
        <p:spPr>
          <a:xfrm rot="10800000">
            <a:off x="4324066" y="261266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7" name="Google Shape;937;p51"/>
          <p:cNvCxnSpPr/>
          <p:nvPr/>
        </p:nvCxnSpPr>
        <p:spPr>
          <a:xfrm rot="10800000">
            <a:off x="4323597" y="296182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8" name="Google Shape;938;p51"/>
          <p:cNvCxnSpPr/>
          <p:nvPr/>
        </p:nvCxnSpPr>
        <p:spPr>
          <a:xfrm rot="10800000">
            <a:off x="4324048" y="331111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9" name="Google Shape;939;p51"/>
          <p:cNvCxnSpPr/>
          <p:nvPr/>
        </p:nvCxnSpPr>
        <p:spPr>
          <a:xfrm rot="10800000">
            <a:off x="4323441" y="365933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40" name="Google Shape;940;p51"/>
          <p:cNvCxnSpPr/>
          <p:nvPr/>
        </p:nvCxnSpPr>
        <p:spPr>
          <a:xfrm rot="10800000">
            <a:off x="4323441" y="400849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41" name="Google Shape;941;p51"/>
          <p:cNvCxnSpPr/>
          <p:nvPr/>
        </p:nvCxnSpPr>
        <p:spPr>
          <a:xfrm rot="10800000">
            <a:off x="4323441" y="435671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42" name="Google Shape;942;p51"/>
          <p:cNvCxnSpPr/>
          <p:nvPr/>
        </p:nvCxnSpPr>
        <p:spPr>
          <a:xfrm rot="10800000">
            <a:off x="4322972" y="4705875"/>
            <a:ext cx="4298100" cy="0"/>
          </a:xfrm>
          <a:prstGeom prst="straightConnector1">
            <a:avLst/>
          </a:prstGeom>
          <a:noFill/>
          <a:ln cap="flat" cmpd="sng" w="9525">
            <a:solidFill>
              <a:schemeClr val="accent6"/>
            </a:solidFill>
            <a:prstDash val="solid"/>
            <a:round/>
            <a:headEnd len="sm" w="sm" type="none"/>
            <a:tailEnd len="sm" w="sm" type="none"/>
          </a:ln>
        </p:spPr>
      </p:cxnSp>
      <p:sp>
        <p:nvSpPr>
          <p:cNvPr id="943" name="Google Shape;943;p51"/>
          <p:cNvSpPr txBox="1"/>
          <p:nvPr>
            <p:ph idx="5"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944" name="Google Shape;944;p51"/>
          <p:cNvSpPr txBox="1"/>
          <p:nvPr>
            <p:ph idx="6"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945" name="Google Shape;945;p51"/>
          <p:cNvSpPr txBox="1"/>
          <p:nvPr>
            <p:ph idx="7"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946" name="Google Shape;946;p51"/>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947" name="Google Shape;947;p51"/>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948" name="Google Shape;948;p51"/>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949" name="Google Shape;949;p51"/>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950" name="Google Shape;950;p51"/>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951" name="Google Shape;951;p51"/>
          <p:cNvCxnSpPr/>
          <p:nvPr/>
        </p:nvCxnSpPr>
        <p:spPr>
          <a:xfrm>
            <a:off x="1042100" y="121745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952" name="Google Shape;952;p51"/>
          <p:cNvCxnSpPr/>
          <p:nvPr/>
        </p:nvCxnSpPr>
        <p:spPr>
          <a:xfrm>
            <a:off x="4322575" y="1217450"/>
            <a:ext cx="0" cy="3926100"/>
          </a:xfrm>
          <a:prstGeom prst="straightConnector1">
            <a:avLst/>
          </a:prstGeom>
          <a:noFill/>
          <a:ln cap="flat" cmpd="sng" w="9525">
            <a:solidFill>
              <a:schemeClr val="accent6"/>
            </a:solidFill>
            <a:prstDash val="solid"/>
            <a:round/>
            <a:headEnd len="sm" w="sm" type="none"/>
            <a:tailEnd len="sm" w="sm" type="none"/>
          </a:ln>
        </p:spPr>
      </p:cxnSp>
      <p:cxnSp>
        <p:nvCxnSpPr>
          <p:cNvPr id="953" name="Google Shape;953;p51"/>
          <p:cNvCxnSpPr/>
          <p:nvPr/>
        </p:nvCxnSpPr>
        <p:spPr>
          <a:xfrm>
            <a:off x="8622700" y="334850"/>
            <a:ext cx="0" cy="4809600"/>
          </a:xfrm>
          <a:prstGeom prst="straightConnector1">
            <a:avLst/>
          </a:prstGeom>
          <a:noFill/>
          <a:ln cap="flat" cmpd="sng" w="9525">
            <a:solidFill>
              <a:schemeClr val="accent6"/>
            </a:solidFill>
            <a:prstDash val="solid"/>
            <a:round/>
            <a:headEnd len="sm" w="sm" type="none"/>
            <a:tailEnd len="sm" w="sm" type="none"/>
          </a:ln>
        </p:spPr>
      </p:cxnSp>
      <p:sp>
        <p:nvSpPr>
          <p:cNvPr id="954" name="Google Shape;954;p51"/>
          <p:cNvSpPr txBox="1"/>
          <p:nvPr>
            <p:ph idx="8" type="title"/>
          </p:nvPr>
        </p:nvSpPr>
        <p:spPr>
          <a:xfrm>
            <a:off x="4322575" y="1566800"/>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955" name="Google Shape;955;p51"/>
          <p:cNvSpPr txBox="1"/>
          <p:nvPr>
            <p:ph idx="9" type="title"/>
          </p:nvPr>
        </p:nvSpPr>
        <p:spPr>
          <a:xfrm>
            <a:off x="4322575" y="1915625"/>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956" name="Google Shape;956;p51"/>
          <p:cNvSpPr txBox="1"/>
          <p:nvPr>
            <p:ph idx="13" type="title"/>
          </p:nvPr>
        </p:nvSpPr>
        <p:spPr>
          <a:xfrm>
            <a:off x="4322575" y="2264975"/>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957" name="Google Shape;957;p51"/>
          <p:cNvSpPr txBox="1"/>
          <p:nvPr>
            <p:ph idx="14" type="title"/>
          </p:nvPr>
        </p:nvSpPr>
        <p:spPr>
          <a:xfrm>
            <a:off x="4322575" y="2613638"/>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958" name="Google Shape;958;p51"/>
          <p:cNvSpPr txBox="1"/>
          <p:nvPr>
            <p:ph idx="15" type="title"/>
          </p:nvPr>
        </p:nvSpPr>
        <p:spPr>
          <a:xfrm>
            <a:off x="7084775" y="1217450"/>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959" name="Google Shape;959;p51"/>
          <p:cNvSpPr txBox="1"/>
          <p:nvPr>
            <p:ph idx="16" type="title"/>
          </p:nvPr>
        </p:nvSpPr>
        <p:spPr>
          <a:xfrm>
            <a:off x="7084775" y="1566800"/>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960" name="Google Shape;960;p51"/>
          <p:cNvSpPr txBox="1"/>
          <p:nvPr>
            <p:ph idx="17" type="title"/>
          </p:nvPr>
        </p:nvSpPr>
        <p:spPr>
          <a:xfrm>
            <a:off x="7084775" y="1915625"/>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961" name="Google Shape;961;p51"/>
          <p:cNvSpPr txBox="1"/>
          <p:nvPr>
            <p:ph idx="18" type="title"/>
          </p:nvPr>
        </p:nvSpPr>
        <p:spPr>
          <a:xfrm>
            <a:off x="7084775" y="2264975"/>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962" name="Google Shape;962;p51"/>
          <p:cNvSpPr txBox="1"/>
          <p:nvPr>
            <p:ph idx="19" type="title"/>
          </p:nvPr>
        </p:nvSpPr>
        <p:spPr>
          <a:xfrm>
            <a:off x="7084775" y="2613638"/>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1">
    <p:bg>
      <p:bgPr>
        <a:solidFill>
          <a:schemeClr val="lt2"/>
        </a:solidFill>
      </p:bgPr>
    </p:bg>
    <p:spTree>
      <p:nvGrpSpPr>
        <p:cNvPr id="963" name="Shape 963"/>
        <p:cNvGrpSpPr/>
        <p:nvPr/>
      </p:nvGrpSpPr>
      <p:grpSpPr>
        <a:xfrm>
          <a:off x="0" y="0"/>
          <a:ext cx="0" cy="0"/>
          <a:chOff x="0" y="0"/>
          <a:chExt cx="0" cy="0"/>
        </a:xfrm>
      </p:grpSpPr>
      <p:grpSp>
        <p:nvGrpSpPr>
          <p:cNvPr id="964" name="Google Shape;964;p52"/>
          <p:cNvGrpSpPr/>
          <p:nvPr/>
        </p:nvGrpSpPr>
        <p:grpSpPr>
          <a:xfrm rot="5400000">
            <a:off x="593777" y="658085"/>
            <a:ext cx="369896" cy="333900"/>
            <a:chOff x="96076" y="654376"/>
            <a:chExt cx="369896" cy="333900"/>
          </a:xfrm>
        </p:grpSpPr>
        <p:cxnSp>
          <p:nvCxnSpPr>
            <p:cNvPr id="965" name="Google Shape;965;p52"/>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966" name="Google Shape;966;p52"/>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967" name="Google Shape;967;p52"/>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968" name="Google Shape;968;p52"/>
          <p:cNvSpPr txBox="1"/>
          <p:nvPr>
            <p:ph idx="1" type="body"/>
          </p:nvPr>
        </p:nvSpPr>
        <p:spPr>
          <a:xfrm>
            <a:off x="1040725" y="1217500"/>
            <a:ext cx="3578100" cy="3652500"/>
          </a:xfrm>
          <a:prstGeom prst="rect">
            <a:avLst/>
          </a:prstGeom>
        </p:spPr>
        <p:txBody>
          <a:bodyPr anchorCtr="0" anchor="t" bIns="91425" lIns="274300" spcFirstLastPara="1" rIns="365750" wrap="square" tIns="365750">
            <a:norm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69" name="Google Shape;969;p52"/>
          <p:cNvSpPr/>
          <p:nvPr/>
        </p:nvSpPr>
        <p:spPr>
          <a:xfrm>
            <a:off x="5019250" y="1217450"/>
            <a:ext cx="4124700" cy="3941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970" name="Google Shape;970;p52"/>
          <p:cNvCxnSpPr/>
          <p:nvPr/>
        </p:nvCxnSpPr>
        <p:spPr>
          <a:xfrm>
            <a:off x="5019250" y="1217450"/>
            <a:ext cx="0" cy="3941700"/>
          </a:xfrm>
          <a:prstGeom prst="straightConnector1">
            <a:avLst/>
          </a:prstGeom>
          <a:noFill/>
          <a:ln cap="flat" cmpd="sng" w="9525">
            <a:solidFill>
              <a:schemeClr val="lt1"/>
            </a:solidFill>
            <a:prstDash val="solid"/>
            <a:round/>
            <a:headEnd len="sm" w="sm" type="none"/>
            <a:tailEnd len="sm" w="sm" type="none"/>
          </a:ln>
        </p:spPr>
      </p:cxnSp>
      <p:sp>
        <p:nvSpPr>
          <p:cNvPr id="971" name="Google Shape;971;p52"/>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72" name="Google Shape;972;p52"/>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973" name="Google Shape;973;p52"/>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974" name="Google Shape;974;p52"/>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975" name="Google Shape;975;p5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76" name="Google Shape;976;p5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77" name="Google Shape;977;p52"/>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978" name="Google Shape;978;p52"/>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979" name="Google Shape;979;p52"/>
          <p:cNvCxnSpPr/>
          <p:nvPr/>
        </p:nvCxnSpPr>
        <p:spPr>
          <a:xfrm>
            <a:off x="1042100" y="1217450"/>
            <a:ext cx="8102400" cy="0"/>
          </a:xfrm>
          <a:prstGeom prst="straightConnector1">
            <a:avLst/>
          </a:prstGeom>
          <a:noFill/>
          <a:ln cap="flat" cmpd="sng" w="9525">
            <a:solidFill>
              <a:schemeClr val="lt1"/>
            </a:solidFill>
            <a:prstDash val="solid"/>
            <a:round/>
            <a:headEnd len="sm" w="sm" type="none"/>
            <a:tailEnd len="sm" w="sm" type="none"/>
          </a:ln>
        </p:spPr>
      </p:cxnSp>
      <p:sp>
        <p:nvSpPr>
          <p:cNvPr id="980" name="Google Shape;980;p52"/>
          <p:cNvSpPr txBox="1"/>
          <p:nvPr>
            <p:ph type="title"/>
          </p:nvPr>
        </p:nvSpPr>
        <p:spPr>
          <a:xfrm flipH="1">
            <a:off x="1046175" y="67000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981" name="Google Shape;981;p52"/>
          <p:cNvSpPr txBox="1"/>
          <p:nvPr>
            <p:ph idx="5" type="subTitle"/>
          </p:nvPr>
        </p:nvSpPr>
        <p:spPr>
          <a:xfrm>
            <a:off x="1045950" y="334925"/>
            <a:ext cx="7577100" cy="3351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982" name="Google Shape;982;p52"/>
          <p:cNvSpPr txBox="1"/>
          <p:nvPr>
            <p:ph idx="6" type="title"/>
          </p:nvPr>
        </p:nvSpPr>
        <p:spPr>
          <a:xfrm>
            <a:off x="5019250" y="2654100"/>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983" name="Google Shape;983;p52"/>
          <p:cNvSpPr txBox="1"/>
          <p:nvPr>
            <p:ph idx="7" type="subTitle"/>
          </p:nvPr>
        </p:nvSpPr>
        <p:spPr>
          <a:xfrm>
            <a:off x="5019275" y="3466500"/>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984" name="Google Shape;984;p52"/>
          <p:cNvSpPr txBox="1"/>
          <p:nvPr>
            <p:ph idx="8" type="title"/>
          </p:nvPr>
        </p:nvSpPr>
        <p:spPr>
          <a:xfrm>
            <a:off x="6959938" y="2654100"/>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985" name="Google Shape;985;p52"/>
          <p:cNvSpPr txBox="1"/>
          <p:nvPr>
            <p:ph idx="9" type="subTitle"/>
          </p:nvPr>
        </p:nvSpPr>
        <p:spPr>
          <a:xfrm>
            <a:off x="6959963" y="3466500"/>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986" name="Google Shape;986;p52"/>
          <p:cNvSpPr txBox="1"/>
          <p:nvPr>
            <p:ph idx="13" type="subTitle"/>
          </p:nvPr>
        </p:nvSpPr>
        <p:spPr>
          <a:xfrm>
            <a:off x="5019275" y="4642725"/>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987" name="Google Shape;987;p52"/>
          <p:cNvSpPr txBox="1"/>
          <p:nvPr>
            <p:ph idx="14" type="title"/>
          </p:nvPr>
        </p:nvSpPr>
        <p:spPr>
          <a:xfrm>
            <a:off x="5019250" y="3830325"/>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988" name="Google Shape;988;p52"/>
          <p:cNvSpPr txBox="1"/>
          <p:nvPr>
            <p:ph idx="15" type="title"/>
          </p:nvPr>
        </p:nvSpPr>
        <p:spPr>
          <a:xfrm>
            <a:off x="6959938" y="3830325"/>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989" name="Google Shape;989;p52"/>
          <p:cNvSpPr txBox="1"/>
          <p:nvPr>
            <p:ph idx="16" type="subTitle"/>
          </p:nvPr>
        </p:nvSpPr>
        <p:spPr>
          <a:xfrm>
            <a:off x="6959963" y="4642725"/>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990" name="Google Shape;990;p52"/>
          <p:cNvSpPr txBox="1"/>
          <p:nvPr>
            <p:ph idx="17" type="subTitle"/>
          </p:nvPr>
        </p:nvSpPr>
        <p:spPr>
          <a:xfrm>
            <a:off x="5019275" y="1217450"/>
            <a:ext cx="3603300" cy="678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lt1"/>
              </a:buClr>
              <a:buSzPts val="1400"/>
              <a:buFont typeface="Inter SemiBold"/>
              <a:buNone/>
              <a:defRPr>
                <a:latin typeface="Inter SemiBold"/>
                <a:ea typeface="Inter SemiBold"/>
                <a:cs typeface="Inter SemiBold"/>
                <a:sym typeface="Inter SemiBold"/>
              </a:defRPr>
            </a:lvl1pPr>
            <a:lvl2pPr lvl="1">
              <a:spcBef>
                <a:spcPts val="0"/>
              </a:spcBef>
              <a:spcAft>
                <a:spcPts val="0"/>
              </a:spcAft>
              <a:buClr>
                <a:schemeClr val="lt1"/>
              </a:buClr>
              <a:buSzPts val="1400"/>
              <a:buFont typeface="Inter SemiBold"/>
              <a:buNone/>
              <a:defRPr>
                <a:latin typeface="Inter SemiBold"/>
                <a:ea typeface="Inter SemiBold"/>
                <a:cs typeface="Inter SemiBold"/>
                <a:sym typeface="Inter SemiBold"/>
              </a:defRPr>
            </a:lvl2pPr>
            <a:lvl3pPr lvl="2">
              <a:spcBef>
                <a:spcPts val="0"/>
              </a:spcBef>
              <a:spcAft>
                <a:spcPts val="0"/>
              </a:spcAft>
              <a:buClr>
                <a:schemeClr val="lt1"/>
              </a:buClr>
              <a:buSzPts val="1400"/>
              <a:buFont typeface="Inter SemiBold"/>
              <a:buNone/>
              <a:defRPr>
                <a:latin typeface="Inter SemiBold"/>
                <a:ea typeface="Inter SemiBold"/>
                <a:cs typeface="Inter SemiBold"/>
                <a:sym typeface="Inter SemiBold"/>
              </a:defRPr>
            </a:lvl3pPr>
            <a:lvl4pPr lvl="3">
              <a:spcBef>
                <a:spcPts val="0"/>
              </a:spcBef>
              <a:spcAft>
                <a:spcPts val="0"/>
              </a:spcAft>
              <a:buClr>
                <a:schemeClr val="lt1"/>
              </a:buClr>
              <a:buSzPts val="1400"/>
              <a:buFont typeface="Inter SemiBold"/>
              <a:buNone/>
              <a:defRPr>
                <a:latin typeface="Inter SemiBold"/>
                <a:ea typeface="Inter SemiBold"/>
                <a:cs typeface="Inter SemiBold"/>
                <a:sym typeface="Inter SemiBold"/>
              </a:defRPr>
            </a:lvl4pPr>
            <a:lvl5pPr lvl="4">
              <a:spcBef>
                <a:spcPts val="0"/>
              </a:spcBef>
              <a:spcAft>
                <a:spcPts val="0"/>
              </a:spcAft>
              <a:buClr>
                <a:schemeClr val="lt1"/>
              </a:buClr>
              <a:buSzPts val="1400"/>
              <a:buFont typeface="Inter SemiBold"/>
              <a:buNone/>
              <a:defRPr>
                <a:latin typeface="Inter SemiBold"/>
                <a:ea typeface="Inter SemiBold"/>
                <a:cs typeface="Inter SemiBold"/>
                <a:sym typeface="Inter SemiBold"/>
              </a:defRPr>
            </a:lvl5pPr>
            <a:lvl6pPr lvl="5">
              <a:spcBef>
                <a:spcPts val="0"/>
              </a:spcBef>
              <a:spcAft>
                <a:spcPts val="0"/>
              </a:spcAft>
              <a:buClr>
                <a:schemeClr val="lt1"/>
              </a:buClr>
              <a:buSzPts val="1400"/>
              <a:buFont typeface="Inter SemiBold"/>
              <a:buNone/>
              <a:defRPr>
                <a:latin typeface="Inter SemiBold"/>
                <a:ea typeface="Inter SemiBold"/>
                <a:cs typeface="Inter SemiBold"/>
                <a:sym typeface="Inter SemiBold"/>
              </a:defRPr>
            </a:lvl6pPr>
            <a:lvl7pPr lvl="6">
              <a:spcBef>
                <a:spcPts val="0"/>
              </a:spcBef>
              <a:spcAft>
                <a:spcPts val="0"/>
              </a:spcAft>
              <a:buClr>
                <a:schemeClr val="lt1"/>
              </a:buClr>
              <a:buSzPts val="1400"/>
              <a:buFont typeface="Inter SemiBold"/>
              <a:buNone/>
              <a:defRPr>
                <a:latin typeface="Inter SemiBold"/>
                <a:ea typeface="Inter SemiBold"/>
                <a:cs typeface="Inter SemiBold"/>
                <a:sym typeface="Inter SemiBold"/>
              </a:defRPr>
            </a:lvl7pPr>
            <a:lvl8pPr lvl="7">
              <a:spcBef>
                <a:spcPts val="0"/>
              </a:spcBef>
              <a:spcAft>
                <a:spcPts val="0"/>
              </a:spcAft>
              <a:buClr>
                <a:schemeClr val="lt1"/>
              </a:buClr>
              <a:buSzPts val="1400"/>
              <a:buFont typeface="Inter SemiBold"/>
              <a:buNone/>
              <a:defRPr>
                <a:latin typeface="Inter SemiBold"/>
                <a:ea typeface="Inter SemiBold"/>
                <a:cs typeface="Inter SemiBold"/>
                <a:sym typeface="Inter SemiBold"/>
              </a:defRPr>
            </a:lvl8pPr>
            <a:lvl9pPr lvl="8">
              <a:spcBef>
                <a:spcPts val="0"/>
              </a:spcBef>
              <a:spcAft>
                <a:spcPts val="0"/>
              </a:spcAft>
              <a:buClr>
                <a:schemeClr val="lt1"/>
              </a:buClr>
              <a:buSzPts val="1400"/>
              <a:buFont typeface="Inter SemiBold"/>
              <a:buNone/>
              <a:defRPr>
                <a:latin typeface="Inter SemiBold"/>
                <a:ea typeface="Inter SemiBold"/>
                <a:cs typeface="Inter SemiBold"/>
                <a:sym typeface="Inter SemiBold"/>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ganizational Update - Employees highlight">
  <p:cSld name="CUSTOM_2">
    <p:bg>
      <p:bgPr>
        <a:solidFill>
          <a:schemeClr val="lt2"/>
        </a:solidFill>
      </p:bgPr>
    </p:bg>
    <p:spTree>
      <p:nvGrpSpPr>
        <p:cNvPr id="991" name="Shape 991"/>
        <p:cNvGrpSpPr/>
        <p:nvPr/>
      </p:nvGrpSpPr>
      <p:grpSpPr>
        <a:xfrm>
          <a:off x="0" y="0"/>
          <a:ext cx="0" cy="0"/>
          <a:chOff x="0" y="0"/>
          <a:chExt cx="0" cy="0"/>
        </a:xfrm>
      </p:grpSpPr>
      <p:sp>
        <p:nvSpPr>
          <p:cNvPr id="992" name="Google Shape;992;p53"/>
          <p:cNvSpPr/>
          <p:nvPr>
            <p:ph idx="2" type="pic"/>
          </p:nvPr>
        </p:nvSpPr>
        <p:spPr>
          <a:xfrm>
            <a:off x="521250" y="2014675"/>
            <a:ext cx="2874600" cy="3128700"/>
          </a:xfrm>
          <a:prstGeom prst="rect">
            <a:avLst/>
          </a:prstGeom>
          <a:noFill/>
          <a:ln>
            <a:noFill/>
          </a:ln>
        </p:spPr>
      </p:sp>
      <p:sp>
        <p:nvSpPr>
          <p:cNvPr id="993" name="Google Shape;993;p53"/>
          <p:cNvSpPr/>
          <p:nvPr>
            <p:ph idx="3" type="pic"/>
          </p:nvPr>
        </p:nvSpPr>
        <p:spPr>
          <a:xfrm>
            <a:off x="3395750" y="2014675"/>
            <a:ext cx="2874600" cy="3128700"/>
          </a:xfrm>
          <a:prstGeom prst="rect">
            <a:avLst/>
          </a:prstGeom>
          <a:noFill/>
          <a:ln>
            <a:noFill/>
          </a:ln>
        </p:spPr>
      </p:sp>
      <p:sp>
        <p:nvSpPr>
          <p:cNvPr id="994" name="Google Shape;994;p53"/>
          <p:cNvSpPr/>
          <p:nvPr>
            <p:ph idx="4" type="pic"/>
          </p:nvPr>
        </p:nvSpPr>
        <p:spPr>
          <a:xfrm>
            <a:off x="6269136" y="2014675"/>
            <a:ext cx="2874600" cy="3128700"/>
          </a:xfrm>
          <a:prstGeom prst="rect">
            <a:avLst/>
          </a:prstGeom>
          <a:noFill/>
          <a:ln>
            <a:noFill/>
          </a:ln>
        </p:spPr>
      </p:sp>
      <p:sp>
        <p:nvSpPr>
          <p:cNvPr id="995" name="Google Shape;995;p53"/>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96" name="Google Shape;996;p53"/>
          <p:cNvSpPr txBox="1"/>
          <p:nvPr>
            <p:ph idx="5"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997" name="Google Shape;997;p53"/>
          <p:cNvSpPr txBox="1"/>
          <p:nvPr>
            <p:ph idx="6"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98" name="Google Shape;998;p53"/>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999" name="Google Shape;999;p53"/>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00" name="Google Shape;1000;p53"/>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01" name="Google Shape;1001;p5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02" name="Google Shape;1002;p5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03" name="Google Shape;1003;p53"/>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004" name="Google Shape;1004;p53"/>
          <p:cNvSpPr txBox="1"/>
          <p:nvPr>
            <p:ph idx="7" type="title"/>
          </p:nvPr>
        </p:nvSpPr>
        <p:spPr>
          <a:xfrm>
            <a:off x="526800" y="846475"/>
            <a:ext cx="2868900" cy="1168200"/>
          </a:xfrm>
          <a:prstGeom prst="rect">
            <a:avLst/>
          </a:prstGeom>
          <a:solidFill>
            <a:schemeClr val="dk1"/>
          </a:solidFill>
        </p:spPr>
        <p:txBody>
          <a:bodyPr anchorCtr="0" anchor="ctr" bIns="0" lIns="182875" spcFirstLastPara="1" rIns="182875" wrap="square" tIns="0">
            <a:normAutofit/>
          </a:bodyPr>
          <a:lstStyle>
            <a:lvl1pPr lvl="0" algn="ctr">
              <a:spcBef>
                <a:spcPts val="0"/>
              </a:spcBef>
              <a:spcAft>
                <a:spcPts val="0"/>
              </a:spcAft>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SzPts val="1200"/>
              <a:buFont typeface="Inter SemiBold"/>
              <a:buNone/>
              <a:defRPr sz="1200">
                <a:latin typeface="Inter SemiBold"/>
                <a:ea typeface="Inter SemiBold"/>
                <a:cs typeface="Inter SemiBold"/>
                <a:sym typeface="Inter SemiBold"/>
              </a:defRPr>
            </a:lvl9pPr>
          </a:lstStyle>
          <a:p/>
        </p:txBody>
      </p:sp>
      <p:sp>
        <p:nvSpPr>
          <p:cNvPr id="1005" name="Google Shape;1005;p53"/>
          <p:cNvSpPr txBox="1"/>
          <p:nvPr>
            <p:ph idx="8" type="title"/>
          </p:nvPr>
        </p:nvSpPr>
        <p:spPr>
          <a:xfrm>
            <a:off x="3395769" y="846475"/>
            <a:ext cx="2874600" cy="1168200"/>
          </a:xfrm>
          <a:prstGeom prst="rect">
            <a:avLst/>
          </a:prstGeom>
          <a:solidFill>
            <a:schemeClr val="dk1"/>
          </a:solidFill>
        </p:spPr>
        <p:txBody>
          <a:bodyPr anchorCtr="0" anchor="ctr" bIns="0" lIns="182875" spcFirstLastPara="1" rIns="182875" wrap="square" tIns="0">
            <a:normAutofit/>
          </a:bodyPr>
          <a:lstStyle>
            <a:lvl1pPr lvl="0" algn="ctr">
              <a:spcBef>
                <a:spcPts val="0"/>
              </a:spcBef>
              <a:spcAft>
                <a:spcPts val="0"/>
              </a:spcAft>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SzPts val="1200"/>
              <a:buFont typeface="Inter SemiBold"/>
              <a:buNone/>
              <a:defRPr sz="1200">
                <a:latin typeface="Inter SemiBold"/>
                <a:ea typeface="Inter SemiBold"/>
                <a:cs typeface="Inter SemiBold"/>
                <a:sym typeface="Inter SemiBold"/>
              </a:defRPr>
            </a:lvl9pPr>
          </a:lstStyle>
          <a:p/>
        </p:txBody>
      </p:sp>
      <p:sp>
        <p:nvSpPr>
          <p:cNvPr id="1006" name="Google Shape;1006;p53"/>
          <p:cNvSpPr txBox="1"/>
          <p:nvPr>
            <p:ph idx="9" type="title"/>
          </p:nvPr>
        </p:nvSpPr>
        <p:spPr>
          <a:xfrm>
            <a:off x="6269150" y="846475"/>
            <a:ext cx="2874600" cy="1168200"/>
          </a:xfrm>
          <a:prstGeom prst="rect">
            <a:avLst/>
          </a:prstGeom>
          <a:solidFill>
            <a:schemeClr val="dk1"/>
          </a:solidFill>
        </p:spPr>
        <p:txBody>
          <a:bodyPr anchorCtr="0" anchor="ctr" bIns="0" lIns="182875" spcFirstLastPara="1" rIns="182875" wrap="square" tIns="0">
            <a:normAutofit/>
          </a:bodyPr>
          <a:lstStyle>
            <a:lvl1pPr lvl="0" algn="ctr">
              <a:spcBef>
                <a:spcPts val="0"/>
              </a:spcBef>
              <a:spcAft>
                <a:spcPts val="0"/>
              </a:spcAft>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SzPts val="1200"/>
              <a:buFont typeface="Inter SemiBold"/>
              <a:buNone/>
              <a:defRPr sz="1200">
                <a:latin typeface="Inter SemiBold"/>
                <a:ea typeface="Inter SemiBold"/>
                <a:cs typeface="Inter SemiBold"/>
                <a:sym typeface="Inter SemiBold"/>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pcoming Project - Timeline ">
  <p:cSld name="CUSTOM_3">
    <p:bg>
      <p:bgPr>
        <a:solidFill>
          <a:schemeClr val="lt2"/>
        </a:solidFill>
      </p:bgPr>
    </p:bg>
    <p:spTree>
      <p:nvGrpSpPr>
        <p:cNvPr id="1007" name="Shape 1007"/>
        <p:cNvGrpSpPr/>
        <p:nvPr/>
      </p:nvGrpSpPr>
      <p:grpSpPr>
        <a:xfrm>
          <a:off x="0" y="0"/>
          <a:ext cx="0" cy="0"/>
          <a:chOff x="0" y="0"/>
          <a:chExt cx="0" cy="0"/>
        </a:xfrm>
      </p:grpSpPr>
      <p:sp>
        <p:nvSpPr>
          <p:cNvPr id="1008" name="Google Shape;1008;p54"/>
          <p:cNvSpPr txBox="1"/>
          <p:nvPr>
            <p:ph type="title"/>
          </p:nvPr>
        </p:nvSpPr>
        <p:spPr>
          <a:xfrm>
            <a:off x="6995500" y="1307575"/>
            <a:ext cx="21483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09" name="Google Shape;1009;p54"/>
          <p:cNvSpPr txBox="1"/>
          <p:nvPr>
            <p:ph idx="2" type="title"/>
          </p:nvPr>
        </p:nvSpPr>
        <p:spPr>
          <a:xfrm>
            <a:off x="4839050" y="1307575"/>
            <a:ext cx="21555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10" name="Google Shape;1010;p54"/>
          <p:cNvSpPr txBox="1"/>
          <p:nvPr>
            <p:ph idx="3" type="title"/>
          </p:nvPr>
        </p:nvSpPr>
        <p:spPr>
          <a:xfrm>
            <a:off x="2683550" y="1307575"/>
            <a:ext cx="21555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11" name="Google Shape;1011;p54"/>
          <p:cNvSpPr txBox="1"/>
          <p:nvPr>
            <p:ph idx="4" type="title"/>
          </p:nvPr>
        </p:nvSpPr>
        <p:spPr>
          <a:xfrm>
            <a:off x="521350" y="1307575"/>
            <a:ext cx="21618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12" name="Google Shape;1012;p54"/>
          <p:cNvSpPr txBox="1"/>
          <p:nvPr>
            <p:ph idx="1" type="body"/>
          </p:nvPr>
        </p:nvSpPr>
        <p:spPr>
          <a:xfrm>
            <a:off x="6995400" y="2606275"/>
            <a:ext cx="21483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13" name="Google Shape;1013;p54"/>
          <p:cNvSpPr txBox="1"/>
          <p:nvPr>
            <p:ph idx="5" type="body"/>
          </p:nvPr>
        </p:nvSpPr>
        <p:spPr>
          <a:xfrm>
            <a:off x="4838950" y="2606275"/>
            <a:ext cx="21555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14" name="Google Shape;1014;p54"/>
          <p:cNvSpPr txBox="1"/>
          <p:nvPr>
            <p:ph idx="6" type="body"/>
          </p:nvPr>
        </p:nvSpPr>
        <p:spPr>
          <a:xfrm>
            <a:off x="2683450" y="2606275"/>
            <a:ext cx="21555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15" name="Google Shape;1015;p54"/>
          <p:cNvSpPr txBox="1"/>
          <p:nvPr>
            <p:ph idx="7" type="body"/>
          </p:nvPr>
        </p:nvSpPr>
        <p:spPr>
          <a:xfrm>
            <a:off x="521250" y="2606275"/>
            <a:ext cx="21618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cxnSp>
        <p:nvCxnSpPr>
          <p:cNvPr id="1016" name="Google Shape;1016;p54"/>
          <p:cNvCxnSpPr/>
          <p:nvPr/>
        </p:nvCxnSpPr>
        <p:spPr>
          <a:xfrm>
            <a:off x="4839075" y="1307575"/>
            <a:ext cx="0" cy="3836100"/>
          </a:xfrm>
          <a:prstGeom prst="straightConnector1">
            <a:avLst/>
          </a:prstGeom>
          <a:noFill/>
          <a:ln cap="flat" cmpd="sng" w="9525">
            <a:solidFill>
              <a:schemeClr val="lt1"/>
            </a:solidFill>
            <a:prstDash val="solid"/>
            <a:round/>
            <a:headEnd len="sm" w="sm" type="none"/>
            <a:tailEnd len="sm" w="sm" type="none"/>
          </a:ln>
        </p:spPr>
      </p:cxnSp>
      <p:cxnSp>
        <p:nvCxnSpPr>
          <p:cNvPr id="1017" name="Google Shape;1017;p54"/>
          <p:cNvCxnSpPr/>
          <p:nvPr/>
        </p:nvCxnSpPr>
        <p:spPr>
          <a:xfrm>
            <a:off x="6995025" y="1307575"/>
            <a:ext cx="0" cy="3836100"/>
          </a:xfrm>
          <a:prstGeom prst="straightConnector1">
            <a:avLst/>
          </a:prstGeom>
          <a:noFill/>
          <a:ln cap="flat" cmpd="sng" w="9525">
            <a:solidFill>
              <a:schemeClr val="lt1"/>
            </a:solidFill>
            <a:prstDash val="solid"/>
            <a:round/>
            <a:headEnd len="sm" w="sm" type="none"/>
            <a:tailEnd len="sm" w="sm" type="none"/>
          </a:ln>
        </p:spPr>
      </p:cxnSp>
      <p:cxnSp>
        <p:nvCxnSpPr>
          <p:cNvPr id="1018" name="Google Shape;1018;p54"/>
          <p:cNvCxnSpPr/>
          <p:nvPr/>
        </p:nvCxnSpPr>
        <p:spPr>
          <a:xfrm>
            <a:off x="2683125" y="1307575"/>
            <a:ext cx="0" cy="3836100"/>
          </a:xfrm>
          <a:prstGeom prst="straightConnector1">
            <a:avLst/>
          </a:prstGeom>
          <a:noFill/>
          <a:ln cap="flat" cmpd="sng" w="9525">
            <a:solidFill>
              <a:schemeClr val="lt1"/>
            </a:solidFill>
            <a:prstDash val="solid"/>
            <a:round/>
            <a:headEnd len="sm" w="sm" type="none"/>
            <a:tailEnd len="sm" w="sm" type="none"/>
          </a:ln>
        </p:spPr>
      </p:cxnSp>
      <p:sp>
        <p:nvSpPr>
          <p:cNvPr id="1019" name="Google Shape;1019;p54"/>
          <p:cNvSpPr txBox="1"/>
          <p:nvPr>
            <p:ph idx="8"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20" name="Google Shape;1020;p54"/>
          <p:cNvSpPr txBox="1"/>
          <p:nvPr>
            <p:ph idx="9" type="title"/>
          </p:nvPr>
        </p:nvSpPr>
        <p:spPr>
          <a:xfrm flipH="1">
            <a:off x="521450" y="666257"/>
            <a:ext cx="81012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021" name="Google Shape;1021;p54"/>
          <p:cNvSpPr txBox="1"/>
          <p:nvPr>
            <p:ph idx="13" type="subTitle"/>
          </p:nvPr>
        </p:nvSpPr>
        <p:spPr>
          <a:xfrm>
            <a:off x="521250" y="334925"/>
            <a:ext cx="8101800" cy="3312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1022" name="Google Shape;1022;p5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23" name="Google Shape;1023;p54"/>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24" name="Google Shape;1024;p5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25" name="Google Shape;1025;p5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26" name="Google Shape;1026;p54"/>
          <p:cNvCxnSpPr/>
          <p:nvPr/>
        </p:nvCxnSpPr>
        <p:spPr>
          <a:xfrm>
            <a:off x="521250" y="1307575"/>
            <a:ext cx="8623200" cy="0"/>
          </a:xfrm>
          <a:prstGeom prst="straightConnector1">
            <a:avLst/>
          </a:prstGeom>
          <a:noFill/>
          <a:ln cap="flat" cmpd="sng" w="9525">
            <a:solidFill>
              <a:schemeClr val="lt1"/>
            </a:solidFill>
            <a:prstDash val="solid"/>
            <a:round/>
            <a:headEnd len="sm" w="sm" type="none"/>
            <a:tailEnd len="sm" w="sm" type="none"/>
          </a:ln>
        </p:spPr>
      </p:cxnSp>
      <p:sp>
        <p:nvSpPr>
          <p:cNvPr id="1027" name="Google Shape;1027;p54"/>
          <p:cNvSpPr txBox="1"/>
          <p:nvPr>
            <p:ph idx="14"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28" name="Google Shape;1028;p54"/>
          <p:cNvSpPr txBox="1"/>
          <p:nvPr>
            <p:ph idx="1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1">
  <p:cSld name="BLANK_1_1_1_1_1_1_1_1_1_1_2_1">
    <p:bg>
      <p:bgPr>
        <a:solidFill>
          <a:schemeClr val="dk2"/>
        </a:solidFill>
      </p:bgPr>
    </p:bg>
    <p:spTree>
      <p:nvGrpSpPr>
        <p:cNvPr id="1029" name="Shape 1029"/>
        <p:cNvGrpSpPr/>
        <p:nvPr/>
      </p:nvGrpSpPr>
      <p:grpSpPr>
        <a:xfrm>
          <a:off x="0" y="0"/>
          <a:ext cx="0" cy="0"/>
          <a:chOff x="0" y="0"/>
          <a:chExt cx="0" cy="0"/>
        </a:xfrm>
      </p:grpSpPr>
      <p:sp>
        <p:nvSpPr>
          <p:cNvPr id="1030" name="Google Shape;1030;p55"/>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031" name="Google Shape;1031;p55"/>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032" name="Google Shape;1032;p55"/>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1033" name="Google Shape;1033;p55"/>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034" name="Google Shape;1034;p55"/>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1035" name="Google Shape;1035;p55"/>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36" name="Google Shape;1036;p55"/>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p:cSld name="BLANK_1_1_1_1_1_1_1_1_1_1_2_1_1">
    <p:bg>
      <p:bgPr>
        <a:solidFill>
          <a:schemeClr val="lt2"/>
        </a:solidFill>
      </p:bgPr>
    </p:bg>
    <p:spTree>
      <p:nvGrpSpPr>
        <p:cNvPr id="1037" name="Shape 1037"/>
        <p:cNvGrpSpPr/>
        <p:nvPr/>
      </p:nvGrpSpPr>
      <p:grpSpPr>
        <a:xfrm>
          <a:off x="0" y="0"/>
          <a:ext cx="0" cy="0"/>
          <a:chOff x="0" y="0"/>
          <a:chExt cx="0" cy="0"/>
        </a:xfrm>
      </p:grpSpPr>
      <p:cxnSp>
        <p:nvCxnSpPr>
          <p:cNvPr id="1038" name="Google Shape;1038;p56"/>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039" name="Google Shape;1039;p56"/>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1040" name="Google Shape;1040;p56"/>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41" name="Google Shape;1041;p56"/>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_1_1_1">
    <p:bg>
      <p:bgPr>
        <a:solidFill>
          <a:schemeClr val="lt2"/>
        </a:solidFill>
      </p:bgPr>
    </p:bg>
    <p:spTree>
      <p:nvGrpSpPr>
        <p:cNvPr id="1042" name="Shape 1042"/>
        <p:cNvGrpSpPr/>
        <p:nvPr/>
      </p:nvGrpSpPr>
      <p:grpSpPr>
        <a:xfrm>
          <a:off x="0" y="0"/>
          <a:ext cx="0" cy="0"/>
          <a:chOff x="0" y="0"/>
          <a:chExt cx="0" cy="0"/>
        </a:xfrm>
      </p:grpSpPr>
      <p:sp>
        <p:nvSpPr>
          <p:cNvPr id="1043" name="Google Shape;1043;p57"/>
          <p:cNvSpPr txBox="1"/>
          <p:nvPr>
            <p:ph idx="1" type="subTitle"/>
          </p:nvPr>
        </p:nvSpPr>
        <p:spPr>
          <a:xfrm>
            <a:off x="5208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44" name="Google Shape;1044;p57"/>
          <p:cNvSpPr txBox="1"/>
          <p:nvPr>
            <p:ph idx="2" type="subTitle"/>
          </p:nvPr>
        </p:nvSpPr>
        <p:spPr>
          <a:xfrm>
            <a:off x="408925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45" name="Google Shape;1045;p57"/>
          <p:cNvSpPr txBox="1"/>
          <p:nvPr>
            <p:ph idx="3" type="subTitle"/>
          </p:nvPr>
        </p:nvSpPr>
        <p:spPr>
          <a:xfrm>
            <a:off x="6773250" y="-175"/>
            <a:ext cx="1848900" cy="335100"/>
          </a:xfrm>
          <a:prstGeom prst="rect">
            <a:avLst/>
          </a:prstGeom>
          <a:ln cap="flat" cmpd="sng" w="9525">
            <a:solidFill>
              <a:schemeClr val="lt1"/>
            </a:solidFill>
            <a:prstDash val="solid"/>
            <a:round/>
            <a:headEnd len="sm" w="sm" type="none"/>
            <a:tailEnd len="sm" w="sm" type="none"/>
          </a:ln>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046" name="Google Shape;1046;p57"/>
          <p:cNvCxnSpPr/>
          <p:nvPr/>
        </p:nvCxnSpPr>
        <p:spPr>
          <a:xfrm>
            <a:off x="5208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47" name="Google Shape;1047;p57"/>
          <p:cNvCxnSpPr/>
          <p:nvPr/>
        </p:nvCxnSpPr>
        <p:spPr>
          <a:xfrm>
            <a:off x="52080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48" name="Google Shape;1048;p57"/>
          <p:cNvCxnSpPr/>
          <p:nvPr/>
        </p:nvCxnSpPr>
        <p:spPr>
          <a:xfrm>
            <a:off x="677330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49" name="Google Shape;1049;p57"/>
          <p:cNvCxnSpPr/>
          <p:nvPr/>
        </p:nvCxnSpPr>
        <p:spPr>
          <a:xfrm>
            <a:off x="8623525" y="-200"/>
            <a:ext cx="0" cy="3351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3">
  <p:cSld name="BLANK_1_1_1_1_1_1_1_1_1_1_2_2">
    <p:bg>
      <p:bgPr>
        <a:solidFill>
          <a:schemeClr val="lt2"/>
        </a:solidFill>
      </p:bgPr>
    </p:bg>
    <p:spTree>
      <p:nvGrpSpPr>
        <p:cNvPr id="1050" name="Shape 1050"/>
        <p:cNvGrpSpPr/>
        <p:nvPr/>
      </p:nvGrpSpPr>
      <p:grpSpPr>
        <a:xfrm>
          <a:off x="0" y="0"/>
          <a:ext cx="0" cy="0"/>
          <a:chOff x="0" y="0"/>
          <a:chExt cx="0" cy="0"/>
        </a:xfrm>
      </p:grpSpPr>
      <p:sp>
        <p:nvSpPr>
          <p:cNvPr id="1051" name="Google Shape;1051;p58"/>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52" name="Google Shape;1052;p58"/>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53" name="Google Shape;1053;p58"/>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054" name="Google Shape;1054;p58"/>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055" name="Google Shape;1055;p5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56" name="Google Shape;1056;p5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57" name="Google Shape;1057;p58"/>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58" name="Google Shape;1058;p58"/>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4">
  <p:cSld name="BLANK_1_1_1_1_1_1_1_1_1_1_2_1_2">
    <p:bg>
      <p:bgPr>
        <a:solidFill>
          <a:schemeClr val="dk2"/>
        </a:solidFill>
      </p:bgPr>
    </p:bg>
    <p:spTree>
      <p:nvGrpSpPr>
        <p:cNvPr id="1059" name="Shape 1059"/>
        <p:cNvGrpSpPr/>
        <p:nvPr/>
      </p:nvGrpSpPr>
      <p:grpSpPr>
        <a:xfrm>
          <a:off x="0" y="0"/>
          <a:ext cx="0" cy="0"/>
          <a:chOff x="0" y="0"/>
          <a:chExt cx="0" cy="0"/>
        </a:xfrm>
      </p:grpSpPr>
      <p:sp>
        <p:nvSpPr>
          <p:cNvPr id="1060" name="Google Shape;1060;p59"/>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061" name="Google Shape;1061;p59"/>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062" name="Google Shape;1062;p59"/>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1063" name="Google Shape;1063;p59"/>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1064" name="Google Shape;1064;p59"/>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65" name="Google Shape;1065;p59"/>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66" name="Google Shape;1066;p59"/>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067" name="Google Shape;1067;p59"/>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5">
  <p:cSld name="BLANK_1_1_1_1_1_1_1_1_1_1_2_1_1_2">
    <p:bg>
      <p:bgPr>
        <a:solidFill>
          <a:schemeClr val="lt1"/>
        </a:solidFill>
      </p:bgPr>
    </p:bg>
    <p:spTree>
      <p:nvGrpSpPr>
        <p:cNvPr id="1068" name="Shape 1068"/>
        <p:cNvGrpSpPr/>
        <p:nvPr/>
      </p:nvGrpSpPr>
      <p:grpSpPr>
        <a:xfrm>
          <a:off x="0" y="0"/>
          <a:ext cx="0" cy="0"/>
          <a:chOff x="0" y="0"/>
          <a:chExt cx="0" cy="0"/>
        </a:xfrm>
      </p:grpSpPr>
      <p:sp>
        <p:nvSpPr>
          <p:cNvPr id="1069" name="Google Shape;1069;p60"/>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070" name="Google Shape;1070;p60"/>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071" name="Google Shape;1071;p60"/>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1072" name="Google Shape;1072;p60"/>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1073" name="Google Shape;1073;p60"/>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74" name="Google Shape;1074;p60"/>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75" name="Google Shape;1075;p60"/>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076" name="Google Shape;1076;p60"/>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BLANK_1_1_1_1_1_1_1_1_1_1_1_1">
    <p:bg>
      <p:bgPr>
        <a:solidFill>
          <a:schemeClr val="lt2"/>
        </a:solidFill>
      </p:bgPr>
    </p:bg>
    <p:spTree>
      <p:nvGrpSpPr>
        <p:cNvPr id="1077" name="Shape 1077"/>
        <p:cNvGrpSpPr/>
        <p:nvPr/>
      </p:nvGrpSpPr>
      <p:grpSpPr>
        <a:xfrm>
          <a:off x="0" y="0"/>
          <a:ext cx="0" cy="0"/>
          <a:chOff x="0" y="0"/>
          <a:chExt cx="0" cy="0"/>
        </a:xfrm>
      </p:grpSpPr>
      <p:sp>
        <p:nvSpPr>
          <p:cNvPr id="1078" name="Google Shape;1078;p61"/>
          <p:cNvSpPr/>
          <p:nvPr>
            <p:ph idx="2" type="pic"/>
          </p:nvPr>
        </p:nvSpPr>
        <p:spPr>
          <a:xfrm>
            <a:off x="5548700" y="1196175"/>
            <a:ext cx="3073800" cy="3364800"/>
          </a:xfrm>
          <a:prstGeom prst="roundRect">
            <a:avLst>
              <a:gd fmla="val 6865" name="adj"/>
            </a:avLst>
          </a:prstGeom>
          <a:noFill/>
          <a:ln>
            <a:noFill/>
          </a:ln>
        </p:spPr>
      </p:sp>
      <p:cxnSp>
        <p:nvCxnSpPr>
          <p:cNvPr id="1079" name="Google Shape;1079;p61"/>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80" name="Google Shape;1080;p61"/>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81" name="Google Shape;1081;p6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82" name="Google Shape;1082;p6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083" name="Google Shape;1083;p61"/>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084" name="Google Shape;1084;p61"/>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085" name="Google Shape;1085;p61"/>
          <p:cNvSpPr txBox="1"/>
          <p:nvPr>
            <p:ph idx="1" type="body"/>
          </p:nvPr>
        </p:nvSpPr>
        <p:spPr>
          <a:xfrm>
            <a:off x="522600" y="998925"/>
            <a:ext cx="3614400" cy="33648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_2">
    <p:bg>
      <p:bgPr>
        <a:solidFill>
          <a:schemeClr val="lt2"/>
        </a:solidFill>
      </p:bgPr>
    </p:bg>
    <p:spTree>
      <p:nvGrpSpPr>
        <p:cNvPr id="1086" name="Shape 1086"/>
        <p:cNvGrpSpPr/>
        <p:nvPr/>
      </p:nvGrpSpPr>
      <p:grpSpPr>
        <a:xfrm>
          <a:off x="0" y="0"/>
          <a:ext cx="0" cy="0"/>
          <a:chOff x="0" y="0"/>
          <a:chExt cx="0" cy="0"/>
        </a:xfrm>
      </p:grpSpPr>
      <p:sp>
        <p:nvSpPr>
          <p:cNvPr id="1087" name="Google Shape;1087;p62"/>
          <p:cNvSpPr/>
          <p:nvPr>
            <p:ph idx="2" type="pic"/>
          </p:nvPr>
        </p:nvSpPr>
        <p:spPr>
          <a:xfrm>
            <a:off x="5548700" y="1196175"/>
            <a:ext cx="3073800" cy="3364800"/>
          </a:xfrm>
          <a:prstGeom prst="roundRect">
            <a:avLst>
              <a:gd fmla="val 6865" name="adj"/>
            </a:avLst>
          </a:prstGeom>
          <a:noFill/>
          <a:ln>
            <a:noFill/>
          </a:ln>
        </p:spPr>
      </p:sp>
      <p:cxnSp>
        <p:nvCxnSpPr>
          <p:cNvPr id="1088" name="Google Shape;1088;p62"/>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89" name="Google Shape;1089;p62"/>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90" name="Google Shape;1090;p6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91" name="Google Shape;1091;p6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092" name="Google Shape;1092;p62"/>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093" name="Google Shape;1093;p62"/>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094" name="Google Shape;1094;p62"/>
          <p:cNvSpPr txBox="1"/>
          <p:nvPr>
            <p:ph idx="1" type="body"/>
          </p:nvPr>
        </p:nvSpPr>
        <p:spPr>
          <a:xfrm>
            <a:off x="522600" y="998925"/>
            <a:ext cx="3614400" cy="33648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095" name="Google Shape;1095;p62"/>
          <p:cNvSpPr txBox="1"/>
          <p:nvPr>
            <p:ph idx="3"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96" name="Google Shape;1096;p62"/>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97" name="Google Shape;1097;p62"/>
          <p:cNvSpPr txBox="1"/>
          <p:nvPr>
            <p:ph idx="5"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BLANK_1_1_1_1_1_1_1_1_1_1_1_1_1">
    <p:bg>
      <p:bgPr>
        <a:solidFill>
          <a:schemeClr val="lt2"/>
        </a:solidFill>
      </p:bgPr>
    </p:bg>
    <p:spTree>
      <p:nvGrpSpPr>
        <p:cNvPr id="1098" name="Shape 1098"/>
        <p:cNvGrpSpPr/>
        <p:nvPr/>
      </p:nvGrpSpPr>
      <p:grpSpPr>
        <a:xfrm>
          <a:off x="0" y="0"/>
          <a:ext cx="0" cy="0"/>
          <a:chOff x="0" y="0"/>
          <a:chExt cx="0" cy="0"/>
        </a:xfrm>
      </p:grpSpPr>
      <p:grpSp>
        <p:nvGrpSpPr>
          <p:cNvPr id="1099" name="Google Shape;1099;p63"/>
          <p:cNvGrpSpPr/>
          <p:nvPr/>
        </p:nvGrpSpPr>
        <p:grpSpPr>
          <a:xfrm rot="5400000">
            <a:off x="590952" y="3923898"/>
            <a:ext cx="369896" cy="333900"/>
            <a:chOff x="96076" y="654376"/>
            <a:chExt cx="369896" cy="333900"/>
          </a:xfrm>
        </p:grpSpPr>
        <p:cxnSp>
          <p:nvCxnSpPr>
            <p:cNvPr id="1100" name="Google Shape;1100;p6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01" name="Google Shape;1101;p6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02" name="Google Shape;1102;p6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03" name="Google Shape;1103;p63"/>
          <p:cNvGrpSpPr/>
          <p:nvPr/>
        </p:nvGrpSpPr>
        <p:grpSpPr>
          <a:xfrm rot="5400000">
            <a:off x="593777" y="1786135"/>
            <a:ext cx="369896" cy="333900"/>
            <a:chOff x="96076" y="654376"/>
            <a:chExt cx="369896" cy="333900"/>
          </a:xfrm>
        </p:grpSpPr>
        <p:cxnSp>
          <p:nvCxnSpPr>
            <p:cNvPr id="1104" name="Google Shape;1104;p6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05" name="Google Shape;1105;p6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06" name="Google Shape;1106;p6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107" name="Google Shape;1107;p63"/>
          <p:cNvSpPr txBox="1"/>
          <p:nvPr/>
        </p:nvSpPr>
        <p:spPr>
          <a:xfrm>
            <a:off x="1036450" y="882400"/>
            <a:ext cx="1985100" cy="21333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800">
              <a:solidFill>
                <a:schemeClr val="lt1"/>
              </a:solidFill>
              <a:latin typeface="Inter Light"/>
              <a:ea typeface="Inter Light"/>
              <a:cs typeface="Inter Light"/>
              <a:sym typeface="Inter Light"/>
            </a:endParaRPr>
          </a:p>
        </p:txBody>
      </p:sp>
      <p:sp>
        <p:nvSpPr>
          <p:cNvPr id="1108" name="Google Shape;1108;p63"/>
          <p:cNvSpPr txBox="1"/>
          <p:nvPr/>
        </p:nvSpPr>
        <p:spPr>
          <a:xfrm>
            <a:off x="1036450" y="3019861"/>
            <a:ext cx="1985100" cy="21333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09" name="Google Shape;1109;p63"/>
          <p:cNvSpPr txBox="1"/>
          <p:nvPr>
            <p:ph idx="1" type="subTitle"/>
          </p:nvPr>
        </p:nvSpPr>
        <p:spPr>
          <a:xfrm>
            <a:off x="1042075" y="882450"/>
            <a:ext cx="1985100" cy="21333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2400"/>
              <a:buFont typeface="Gowun Batang"/>
              <a:buNone/>
              <a:defRPr sz="24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110" name="Google Shape;1110;p63"/>
          <p:cNvSpPr txBox="1"/>
          <p:nvPr>
            <p:ph idx="2" type="subTitle"/>
          </p:nvPr>
        </p:nvSpPr>
        <p:spPr>
          <a:xfrm>
            <a:off x="1042100" y="3015800"/>
            <a:ext cx="1985100" cy="21333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2400"/>
              <a:buFont typeface="Gowun Batang"/>
              <a:buNone/>
              <a:defRPr sz="24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cxnSp>
        <p:nvCxnSpPr>
          <p:cNvPr id="1111" name="Google Shape;1111;p63"/>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12" name="Google Shape;1112;p6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13" name="Google Shape;1113;p63"/>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114" name="Google Shape;1114;p63"/>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15" name="Google Shape;1115;p63"/>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1116" name="Google Shape;1116;p63"/>
          <p:cNvSpPr txBox="1"/>
          <p:nvPr>
            <p:ph idx="3" type="body"/>
          </p:nvPr>
        </p:nvSpPr>
        <p:spPr>
          <a:xfrm>
            <a:off x="3166350" y="1132823"/>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17" name="Google Shape;1117;p63"/>
          <p:cNvSpPr txBox="1"/>
          <p:nvPr>
            <p:ph idx="4" type="body"/>
          </p:nvPr>
        </p:nvSpPr>
        <p:spPr>
          <a:xfrm>
            <a:off x="3166350" y="3266210"/>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18" name="Google Shape;1118;p63"/>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119" name="Google Shape;1119;p63"/>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extLst>
    <p:ext uri="{DCECCB84-F9BA-43D5-87BE-67443E8EF086}">
      <p15:sldGuideLst>
        <p15:guide id="1" orient="horz" pos="1726">
          <p15:clr>
            <a:srgbClr val="E46962"/>
          </p15:clr>
        </p15:guide>
        <p15:guide id="2" orient="horz" pos="3042">
          <p15:clr>
            <a:srgbClr val="E46962"/>
          </p15:clr>
        </p15:guide>
      </p15:sldGuideLst>
    </p:ext>
  </p:extLs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BLANK_1_1_1_1_1_1_1_1_1_1_1_1_1_2">
    <p:bg>
      <p:bgPr>
        <a:solidFill>
          <a:schemeClr val="lt2"/>
        </a:solidFill>
      </p:bgPr>
    </p:bg>
    <p:spTree>
      <p:nvGrpSpPr>
        <p:cNvPr id="1120" name="Shape 1120"/>
        <p:cNvGrpSpPr/>
        <p:nvPr/>
      </p:nvGrpSpPr>
      <p:grpSpPr>
        <a:xfrm>
          <a:off x="0" y="0"/>
          <a:ext cx="0" cy="0"/>
          <a:chOff x="0" y="0"/>
          <a:chExt cx="0" cy="0"/>
        </a:xfrm>
      </p:grpSpPr>
      <p:grpSp>
        <p:nvGrpSpPr>
          <p:cNvPr id="1121" name="Google Shape;1121;p64"/>
          <p:cNvGrpSpPr/>
          <p:nvPr/>
        </p:nvGrpSpPr>
        <p:grpSpPr>
          <a:xfrm rot="5400000">
            <a:off x="590952" y="3923898"/>
            <a:ext cx="369896" cy="333900"/>
            <a:chOff x="96076" y="654376"/>
            <a:chExt cx="369896" cy="333900"/>
          </a:xfrm>
        </p:grpSpPr>
        <p:cxnSp>
          <p:nvCxnSpPr>
            <p:cNvPr id="1122" name="Google Shape;1122;p64"/>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23" name="Google Shape;1123;p64"/>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24" name="Google Shape;1124;p64"/>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25" name="Google Shape;1125;p64"/>
          <p:cNvGrpSpPr/>
          <p:nvPr/>
        </p:nvGrpSpPr>
        <p:grpSpPr>
          <a:xfrm rot="5400000">
            <a:off x="593777" y="1786135"/>
            <a:ext cx="369896" cy="333900"/>
            <a:chOff x="96076" y="654376"/>
            <a:chExt cx="369896" cy="333900"/>
          </a:xfrm>
        </p:grpSpPr>
        <p:cxnSp>
          <p:nvCxnSpPr>
            <p:cNvPr id="1126" name="Google Shape;1126;p64"/>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27" name="Google Shape;1127;p64"/>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28" name="Google Shape;1128;p64"/>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129" name="Google Shape;1129;p64"/>
          <p:cNvSpPr txBox="1"/>
          <p:nvPr/>
        </p:nvSpPr>
        <p:spPr>
          <a:xfrm>
            <a:off x="1036450" y="882400"/>
            <a:ext cx="1985100" cy="21333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800">
              <a:solidFill>
                <a:schemeClr val="lt1"/>
              </a:solidFill>
              <a:latin typeface="Inter Light"/>
              <a:ea typeface="Inter Light"/>
              <a:cs typeface="Inter Light"/>
              <a:sym typeface="Inter Light"/>
            </a:endParaRPr>
          </a:p>
        </p:txBody>
      </p:sp>
      <p:sp>
        <p:nvSpPr>
          <p:cNvPr id="1130" name="Google Shape;1130;p64"/>
          <p:cNvSpPr txBox="1"/>
          <p:nvPr/>
        </p:nvSpPr>
        <p:spPr>
          <a:xfrm>
            <a:off x="1036450" y="3019861"/>
            <a:ext cx="1985100" cy="21333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31" name="Google Shape;1131;p64"/>
          <p:cNvSpPr txBox="1"/>
          <p:nvPr>
            <p:ph type="title"/>
          </p:nvPr>
        </p:nvSpPr>
        <p:spPr>
          <a:xfrm>
            <a:off x="1042100" y="886425"/>
            <a:ext cx="1979400" cy="2133300"/>
          </a:xfrm>
          <a:prstGeom prst="rect">
            <a:avLst/>
          </a:prstGeom>
        </p:spPr>
        <p:txBody>
          <a:bodyPr anchorCtr="0" anchor="ctr" bIns="45700" lIns="274300" spcFirstLastPara="1" rIns="182875" wrap="square" tIns="0">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1132" name="Google Shape;1132;p64"/>
          <p:cNvSpPr txBox="1"/>
          <p:nvPr>
            <p:ph idx="2" type="title"/>
          </p:nvPr>
        </p:nvSpPr>
        <p:spPr>
          <a:xfrm>
            <a:off x="1042100" y="3023907"/>
            <a:ext cx="1985100" cy="2133300"/>
          </a:xfrm>
          <a:prstGeom prst="rect">
            <a:avLst/>
          </a:prstGeom>
        </p:spPr>
        <p:txBody>
          <a:bodyPr anchorCtr="0" anchor="ctr" bIns="45700" lIns="274300" spcFirstLastPara="1" rIns="182875" wrap="square" tIns="0">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1133" name="Google Shape;1133;p64"/>
          <p:cNvSpPr txBox="1"/>
          <p:nvPr>
            <p:ph idx="1" type="subTitle"/>
          </p:nvPr>
        </p:nvSpPr>
        <p:spPr>
          <a:xfrm>
            <a:off x="10364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134" name="Google Shape;1134;p64"/>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135" name="Google Shape;1135;p64"/>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136" name="Google Shape;1136;p64"/>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37" name="Google Shape;1137;p6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38" name="Google Shape;1138;p64"/>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139" name="Google Shape;1139;p64"/>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40" name="Google Shape;1140;p64"/>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1141" name="Google Shape;1141;p64"/>
          <p:cNvSpPr txBox="1"/>
          <p:nvPr>
            <p:ph idx="5" type="body"/>
          </p:nvPr>
        </p:nvSpPr>
        <p:spPr>
          <a:xfrm>
            <a:off x="3166350" y="1132823"/>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42" name="Google Shape;1142;p64"/>
          <p:cNvSpPr txBox="1"/>
          <p:nvPr>
            <p:ph idx="6" type="body"/>
          </p:nvPr>
        </p:nvSpPr>
        <p:spPr>
          <a:xfrm>
            <a:off x="3166350" y="3266210"/>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43" name="Google Shape;1143;p64"/>
          <p:cNvSpPr txBox="1"/>
          <p:nvPr>
            <p:ph idx="7"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144" name="Google Shape;1144;p64"/>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extLst>
    <p:ext uri="{DCECCB84-F9BA-43D5-87BE-67443E8EF086}">
      <p15:sldGuideLst>
        <p15:guide id="1" orient="horz" pos="1726">
          <p15:clr>
            <a:srgbClr val="E46962"/>
          </p15:clr>
        </p15:guide>
        <p15:guide id="2" orient="horz" pos="3042">
          <p15:clr>
            <a:srgbClr val="E46962"/>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BLANK_1_1_1_1_1_1_1_1_1_1_1_1_1_1">
    <p:bg>
      <p:bgPr>
        <a:solidFill>
          <a:schemeClr val="lt2"/>
        </a:solidFill>
      </p:bgPr>
    </p:bg>
    <p:spTree>
      <p:nvGrpSpPr>
        <p:cNvPr id="1145" name="Shape 1145"/>
        <p:cNvGrpSpPr/>
        <p:nvPr/>
      </p:nvGrpSpPr>
      <p:grpSpPr>
        <a:xfrm>
          <a:off x="0" y="0"/>
          <a:ext cx="0" cy="0"/>
          <a:chOff x="0" y="0"/>
          <a:chExt cx="0" cy="0"/>
        </a:xfrm>
      </p:grpSpPr>
      <p:grpSp>
        <p:nvGrpSpPr>
          <p:cNvPr id="1146" name="Google Shape;1146;p65"/>
          <p:cNvGrpSpPr/>
          <p:nvPr/>
        </p:nvGrpSpPr>
        <p:grpSpPr>
          <a:xfrm rot="5400000">
            <a:off x="593015" y="4280998"/>
            <a:ext cx="369896" cy="333900"/>
            <a:chOff x="96076" y="654376"/>
            <a:chExt cx="369896" cy="333900"/>
          </a:xfrm>
        </p:grpSpPr>
        <p:cxnSp>
          <p:nvCxnSpPr>
            <p:cNvPr id="1147" name="Google Shape;1147;p65"/>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48" name="Google Shape;1148;p65"/>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49" name="Google Shape;1149;p65"/>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50" name="Google Shape;1150;p65"/>
          <p:cNvGrpSpPr/>
          <p:nvPr/>
        </p:nvGrpSpPr>
        <p:grpSpPr>
          <a:xfrm rot="5400000">
            <a:off x="591615" y="2800698"/>
            <a:ext cx="369896" cy="333900"/>
            <a:chOff x="96076" y="654376"/>
            <a:chExt cx="369896" cy="333900"/>
          </a:xfrm>
        </p:grpSpPr>
        <p:cxnSp>
          <p:nvCxnSpPr>
            <p:cNvPr id="1151" name="Google Shape;1151;p65"/>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52" name="Google Shape;1152;p65"/>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53" name="Google Shape;1153;p65"/>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54" name="Google Shape;1154;p65"/>
          <p:cNvGrpSpPr/>
          <p:nvPr/>
        </p:nvGrpSpPr>
        <p:grpSpPr>
          <a:xfrm rot="5400000">
            <a:off x="594440" y="1320410"/>
            <a:ext cx="369896" cy="333900"/>
            <a:chOff x="96076" y="654376"/>
            <a:chExt cx="369896" cy="333900"/>
          </a:xfrm>
        </p:grpSpPr>
        <p:cxnSp>
          <p:nvCxnSpPr>
            <p:cNvPr id="1155" name="Google Shape;1155;p65"/>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56" name="Google Shape;1156;p65"/>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57" name="Google Shape;1157;p65"/>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158" name="Google Shape;1158;p65"/>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159" name="Google Shape;1159;p65"/>
          <p:cNvSpPr txBox="1"/>
          <p:nvPr/>
        </p:nvSpPr>
        <p:spPr>
          <a:xfrm>
            <a:off x="1040600" y="3719118"/>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60" name="Google Shape;1160;p65"/>
          <p:cNvSpPr txBox="1"/>
          <p:nvPr/>
        </p:nvSpPr>
        <p:spPr>
          <a:xfrm>
            <a:off x="1040600" y="2311041"/>
            <a:ext cx="1985100" cy="14244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61" name="Google Shape;1161;p65"/>
          <p:cNvSpPr txBox="1"/>
          <p:nvPr/>
        </p:nvSpPr>
        <p:spPr>
          <a:xfrm>
            <a:off x="1040600" y="882450"/>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62" name="Google Shape;1162;p65"/>
          <p:cNvSpPr txBox="1"/>
          <p:nvPr>
            <p:ph idx="1" type="body"/>
          </p:nvPr>
        </p:nvSpPr>
        <p:spPr>
          <a:xfrm>
            <a:off x="3166350" y="2557587"/>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63" name="Google Shape;1163;p65"/>
          <p:cNvSpPr txBox="1"/>
          <p:nvPr>
            <p:ph idx="2" type="body"/>
          </p:nvPr>
        </p:nvSpPr>
        <p:spPr>
          <a:xfrm>
            <a:off x="3166350" y="3965664"/>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cxnSp>
        <p:nvCxnSpPr>
          <p:cNvPr id="1164" name="Google Shape;1164;p65"/>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65" name="Google Shape;1165;p6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66" name="Google Shape;1166;p65"/>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67" name="Google Shape;1167;p65"/>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68" name="Google Shape;1168;p65"/>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sp>
        <p:nvSpPr>
          <p:cNvPr id="1169" name="Google Shape;1169;p65"/>
          <p:cNvSpPr txBox="1"/>
          <p:nvPr>
            <p:ph idx="3" type="body"/>
          </p:nvPr>
        </p:nvSpPr>
        <p:spPr>
          <a:xfrm>
            <a:off x="3166350" y="1128996"/>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cxnSp>
        <p:nvCxnSpPr>
          <p:cNvPr id="1170" name="Google Shape;1170;p65"/>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171" name="Google Shape;1171;p65"/>
          <p:cNvSpPr txBox="1"/>
          <p:nvPr>
            <p:ph idx="4" type="subTitle"/>
          </p:nvPr>
        </p:nvSpPr>
        <p:spPr>
          <a:xfrm>
            <a:off x="1042075" y="882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172" name="Google Shape;1172;p65"/>
          <p:cNvSpPr txBox="1"/>
          <p:nvPr>
            <p:ph idx="5" type="subTitle"/>
          </p:nvPr>
        </p:nvSpPr>
        <p:spPr>
          <a:xfrm>
            <a:off x="1042075" y="23110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173" name="Google Shape;1173;p65"/>
          <p:cNvSpPr txBox="1"/>
          <p:nvPr>
            <p:ph idx="6" type="subTitle"/>
          </p:nvPr>
        </p:nvSpPr>
        <p:spPr>
          <a:xfrm>
            <a:off x="1042075" y="3735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_2">
    <p:bg>
      <p:bgPr>
        <a:solidFill>
          <a:schemeClr val="lt2"/>
        </a:solidFill>
      </p:bgPr>
    </p:bg>
    <p:spTree>
      <p:nvGrpSpPr>
        <p:cNvPr id="1174" name="Shape 1174"/>
        <p:cNvGrpSpPr/>
        <p:nvPr/>
      </p:nvGrpSpPr>
      <p:grpSpPr>
        <a:xfrm>
          <a:off x="0" y="0"/>
          <a:ext cx="0" cy="0"/>
          <a:chOff x="0" y="0"/>
          <a:chExt cx="0" cy="0"/>
        </a:xfrm>
      </p:grpSpPr>
      <p:grpSp>
        <p:nvGrpSpPr>
          <p:cNvPr id="1175" name="Google Shape;1175;p66"/>
          <p:cNvGrpSpPr/>
          <p:nvPr/>
        </p:nvGrpSpPr>
        <p:grpSpPr>
          <a:xfrm rot="5400000">
            <a:off x="593015" y="4280998"/>
            <a:ext cx="369896" cy="333900"/>
            <a:chOff x="96076" y="654376"/>
            <a:chExt cx="369896" cy="333900"/>
          </a:xfrm>
        </p:grpSpPr>
        <p:cxnSp>
          <p:nvCxnSpPr>
            <p:cNvPr id="1176" name="Google Shape;1176;p6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77" name="Google Shape;1177;p6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78" name="Google Shape;1178;p6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79" name="Google Shape;1179;p66"/>
          <p:cNvGrpSpPr/>
          <p:nvPr/>
        </p:nvGrpSpPr>
        <p:grpSpPr>
          <a:xfrm rot="5400000">
            <a:off x="591615" y="2800698"/>
            <a:ext cx="369896" cy="333900"/>
            <a:chOff x="96076" y="654376"/>
            <a:chExt cx="369896" cy="333900"/>
          </a:xfrm>
        </p:grpSpPr>
        <p:cxnSp>
          <p:nvCxnSpPr>
            <p:cNvPr id="1180" name="Google Shape;1180;p6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81" name="Google Shape;1181;p6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82" name="Google Shape;1182;p6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83" name="Google Shape;1183;p66"/>
          <p:cNvGrpSpPr/>
          <p:nvPr/>
        </p:nvGrpSpPr>
        <p:grpSpPr>
          <a:xfrm rot="5400000">
            <a:off x="594440" y="1320410"/>
            <a:ext cx="369896" cy="333900"/>
            <a:chOff x="96076" y="654376"/>
            <a:chExt cx="369896" cy="333900"/>
          </a:xfrm>
        </p:grpSpPr>
        <p:cxnSp>
          <p:nvCxnSpPr>
            <p:cNvPr id="1184" name="Google Shape;1184;p6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85" name="Google Shape;1185;p6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86" name="Google Shape;1186;p6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187" name="Google Shape;1187;p66"/>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188" name="Google Shape;1188;p66"/>
          <p:cNvSpPr txBox="1"/>
          <p:nvPr/>
        </p:nvSpPr>
        <p:spPr>
          <a:xfrm>
            <a:off x="1040600" y="3719118"/>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89" name="Google Shape;1189;p66"/>
          <p:cNvSpPr txBox="1"/>
          <p:nvPr/>
        </p:nvSpPr>
        <p:spPr>
          <a:xfrm>
            <a:off x="1040600" y="2311041"/>
            <a:ext cx="1985100" cy="14244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90" name="Google Shape;1190;p66"/>
          <p:cNvSpPr txBox="1"/>
          <p:nvPr/>
        </p:nvSpPr>
        <p:spPr>
          <a:xfrm>
            <a:off x="1040600" y="882450"/>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91" name="Google Shape;1191;p66"/>
          <p:cNvSpPr txBox="1"/>
          <p:nvPr>
            <p:ph idx="1" type="body"/>
          </p:nvPr>
        </p:nvSpPr>
        <p:spPr>
          <a:xfrm>
            <a:off x="3166350" y="2557587"/>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92" name="Google Shape;1192;p66"/>
          <p:cNvSpPr txBox="1"/>
          <p:nvPr>
            <p:ph idx="2" type="body"/>
          </p:nvPr>
        </p:nvSpPr>
        <p:spPr>
          <a:xfrm>
            <a:off x="3166350" y="3965664"/>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cxnSp>
        <p:nvCxnSpPr>
          <p:cNvPr id="1193" name="Google Shape;1193;p66"/>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94" name="Google Shape;1194;p6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95" name="Google Shape;1195;p66"/>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96" name="Google Shape;1196;p66"/>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97" name="Google Shape;1197;p66"/>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sp>
        <p:nvSpPr>
          <p:cNvPr id="1198" name="Google Shape;1198;p66"/>
          <p:cNvSpPr txBox="1"/>
          <p:nvPr>
            <p:ph idx="3" type="body"/>
          </p:nvPr>
        </p:nvSpPr>
        <p:spPr>
          <a:xfrm>
            <a:off x="3166350" y="1128996"/>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cxnSp>
        <p:nvCxnSpPr>
          <p:cNvPr id="1199" name="Google Shape;1199;p66"/>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200" name="Google Shape;1200;p66"/>
          <p:cNvSpPr txBox="1"/>
          <p:nvPr>
            <p:ph idx="4" type="subTitle"/>
          </p:nvPr>
        </p:nvSpPr>
        <p:spPr>
          <a:xfrm>
            <a:off x="1042075" y="882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01" name="Google Shape;1201;p66"/>
          <p:cNvSpPr txBox="1"/>
          <p:nvPr>
            <p:ph idx="5" type="subTitle"/>
          </p:nvPr>
        </p:nvSpPr>
        <p:spPr>
          <a:xfrm>
            <a:off x="1042075" y="23110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02" name="Google Shape;1202;p66"/>
          <p:cNvSpPr txBox="1"/>
          <p:nvPr>
            <p:ph idx="6" type="subTitle"/>
          </p:nvPr>
        </p:nvSpPr>
        <p:spPr>
          <a:xfrm>
            <a:off x="1042075" y="3735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03" name="Google Shape;1203;p66"/>
          <p:cNvSpPr txBox="1"/>
          <p:nvPr>
            <p:ph idx="7" type="subTitle"/>
          </p:nvPr>
        </p:nvSpPr>
        <p:spPr>
          <a:xfrm>
            <a:off x="10364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204" name="Google Shape;1204;p66"/>
          <p:cNvSpPr txBox="1"/>
          <p:nvPr>
            <p:ph idx="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05" name="Google Shape;1205;p66"/>
          <p:cNvSpPr txBox="1"/>
          <p:nvPr>
            <p:ph idx="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BLANK_1_1_1_1_1_1_1_1_1_1_1_1_1_1_1">
    <p:bg>
      <p:bgPr>
        <a:solidFill>
          <a:schemeClr val="lt2"/>
        </a:solidFill>
      </p:bgPr>
    </p:bg>
    <p:spTree>
      <p:nvGrpSpPr>
        <p:cNvPr id="1206" name="Shape 1206"/>
        <p:cNvGrpSpPr/>
        <p:nvPr/>
      </p:nvGrpSpPr>
      <p:grpSpPr>
        <a:xfrm>
          <a:off x="0" y="0"/>
          <a:ext cx="0" cy="0"/>
          <a:chOff x="0" y="0"/>
          <a:chExt cx="0" cy="0"/>
        </a:xfrm>
      </p:grpSpPr>
      <p:grpSp>
        <p:nvGrpSpPr>
          <p:cNvPr id="1207" name="Google Shape;1207;p67"/>
          <p:cNvGrpSpPr/>
          <p:nvPr/>
        </p:nvGrpSpPr>
        <p:grpSpPr>
          <a:xfrm rot="5400000">
            <a:off x="593777" y="1244198"/>
            <a:ext cx="369896" cy="333900"/>
            <a:chOff x="96076" y="654376"/>
            <a:chExt cx="369896" cy="333900"/>
          </a:xfrm>
        </p:grpSpPr>
        <p:cxnSp>
          <p:nvCxnSpPr>
            <p:cNvPr id="1208" name="Google Shape;1208;p6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09" name="Google Shape;1209;p6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10" name="Google Shape;1210;p6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11" name="Google Shape;1211;p67"/>
          <p:cNvGrpSpPr/>
          <p:nvPr/>
        </p:nvGrpSpPr>
        <p:grpSpPr>
          <a:xfrm rot="5400000">
            <a:off x="593790" y="2286698"/>
            <a:ext cx="369896" cy="333900"/>
            <a:chOff x="96076" y="654376"/>
            <a:chExt cx="369896" cy="333900"/>
          </a:xfrm>
        </p:grpSpPr>
        <p:cxnSp>
          <p:nvCxnSpPr>
            <p:cNvPr id="1212" name="Google Shape;1212;p6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13" name="Google Shape;1213;p6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14" name="Google Shape;1214;p6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15" name="Google Shape;1215;p67"/>
          <p:cNvGrpSpPr/>
          <p:nvPr/>
        </p:nvGrpSpPr>
        <p:grpSpPr>
          <a:xfrm rot="5400000">
            <a:off x="593777" y="4371698"/>
            <a:ext cx="369896" cy="333900"/>
            <a:chOff x="96076" y="654376"/>
            <a:chExt cx="369896" cy="333900"/>
          </a:xfrm>
        </p:grpSpPr>
        <p:cxnSp>
          <p:nvCxnSpPr>
            <p:cNvPr id="1216" name="Google Shape;1216;p6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17" name="Google Shape;1217;p6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18" name="Google Shape;1218;p6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219" name="Google Shape;1219;p67"/>
          <p:cNvSpPr txBox="1"/>
          <p:nvPr>
            <p:ph idx="1" type="body"/>
          </p:nvPr>
        </p:nvSpPr>
        <p:spPr>
          <a:xfrm>
            <a:off x="3166350" y="1128995"/>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20" name="Google Shape;1220;p67"/>
          <p:cNvSpPr txBox="1"/>
          <p:nvPr>
            <p:ph idx="2" type="body"/>
          </p:nvPr>
        </p:nvSpPr>
        <p:spPr>
          <a:xfrm>
            <a:off x="3166350" y="2191967"/>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21" name="Google Shape;1221;p67"/>
          <p:cNvSpPr txBox="1"/>
          <p:nvPr>
            <p:ph idx="3" type="body"/>
          </p:nvPr>
        </p:nvSpPr>
        <p:spPr>
          <a:xfrm>
            <a:off x="3166350" y="3260843"/>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222" name="Google Shape;1222;p67"/>
          <p:cNvSpPr txBox="1"/>
          <p:nvPr>
            <p:ph idx="4" type="body"/>
          </p:nvPr>
        </p:nvSpPr>
        <p:spPr>
          <a:xfrm>
            <a:off x="3165075" y="4322928"/>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23" name="Google Shape;1223;p67"/>
          <p:cNvSpPr txBox="1"/>
          <p:nvPr/>
        </p:nvSpPr>
        <p:spPr>
          <a:xfrm>
            <a:off x="1042100" y="4076382"/>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grpSp>
        <p:nvGrpSpPr>
          <p:cNvPr id="1224" name="Google Shape;1224;p67"/>
          <p:cNvGrpSpPr/>
          <p:nvPr/>
        </p:nvGrpSpPr>
        <p:grpSpPr>
          <a:xfrm rot="5400000">
            <a:off x="593765" y="3328603"/>
            <a:ext cx="369896" cy="333900"/>
            <a:chOff x="96076" y="654376"/>
            <a:chExt cx="369896" cy="333900"/>
          </a:xfrm>
        </p:grpSpPr>
        <p:cxnSp>
          <p:nvCxnSpPr>
            <p:cNvPr id="1225" name="Google Shape;1225;p6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26" name="Google Shape;1226;p6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27" name="Google Shape;1227;p6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228" name="Google Shape;1228;p67"/>
          <p:cNvSpPr txBox="1"/>
          <p:nvPr/>
        </p:nvSpPr>
        <p:spPr>
          <a:xfrm>
            <a:off x="1042100" y="3014307"/>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29" name="Google Shape;1229;p67"/>
          <p:cNvSpPr txBox="1"/>
          <p:nvPr/>
        </p:nvSpPr>
        <p:spPr>
          <a:xfrm>
            <a:off x="1042100" y="1944523"/>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30" name="Google Shape;1230;p67"/>
          <p:cNvSpPr txBox="1"/>
          <p:nvPr/>
        </p:nvSpPr>
        <p:spPr>
          <a:xfrm>
            <a:off x="1042100" y="882449"/>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cxnSp>
        <p:nvCxnSpPr>
          <p:cNvPr id="1231" name="Google Shape;1231;p67"/>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232" name="Google Shape;1232;p6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33" name="Google Shape;1233;p67"/>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34" name="Google Shape;1234;p67"/>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35" name="Google Shape;1235;p67"/>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236" name="Google Shape;1236;p67"/>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237" name="Google Shape;1237;p67"/>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238" name="Google Shape;1238;p67"/>
          <p:cNvSpPr txBox="1"/>
          <p:nvPr>
            <p:ph idx="5" type="subTitle"/>
          </p:nvPr>
        </p:nvSpPr>
        <p:spPr>
          <a:xfrm>
            <a:off x="1042088" y="882450"/>
            <a:ext cx="1985100" cy="1067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39" name="Google Shape;1239;p67"/>
          <p:cNvSpPr txBox="1"/>
          <p:nvPr>
            <p:ph idx="6" type="subTitle"/>
          </p:nvPr>
        </p:nvSpPr>
        <p:spPr>
          <a:xfrm>
            <a:off x="1042088" y="1949550"/>
            <a:ext cx="1985100" cy="10632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40" name="Google Shape;1240;p67"/>
          <p:cNvSpPr txBox="1"/>
          <p:nvPr>
            <p:ph idx="7" type="subTitle"/>
          </p:nvPr>
        </p:nvSpPr>
        <p:spPr>
          <a:xfrm>
            <a:off x="1042088" y="3008275"/>
            <a:ext cx="1985100" cy="1073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41" name="Google Shape;1241;p67"/>
          <p:cNvSpPr txBox="1"/>
          <p:nvPr>
            <p:ph idx="8" type="subTitle"/>
          </p:nvPr>
        </p:nvSpPr>
        <p:spPr>
          <a:xfrm>
            <a:off x="1042088" y="4082950"/>
            <a:ext cx="1985100" cy="10605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2"/>
        </a:solidFill>
      </p:bgPr>
    </p:bg>
    <p:spTree>
      <p:nvGrpSpPr>
        <p:cNvPr id="1242" name="Shape 1242"/>
        <p:cNvGrpSpPr/>
        <p:nvPr/>
      </p:nvGrpSpPr>
      <p:grpSpPr>
        <a:xfrm>
          <a:off x="0" y="0"/>
          <a:ext cx="0" cy="0"/>
          <a:chOff x="0" y="0"/>
          <a:chExt cx="0" cy="0"/>
        </a:xfrm>
      </p:grpSpPr>
      <p:grpSp>
        <p:nvGrpSpPr>
          <p:cNvPr id="1243" name="Google Shape;1243;p68"/>
          <p:cNvGrpSpPr/>
          <p:nvPr/>
        </p:nvGrpSpPr>
        <p:grpSpPr>
          <a:xfrm rot="5400000">
            <a:off x="593777" y="1244198"/>
            <a:ext cx="369896" cy="333900"/>
            <a:chOff x="96076" y="654376"/>
            <a:chExt cx="369896" cy="333900"/>
          </a:xfrm>
        </p:grpSpPr>
        <p:cxnSp>
          <p:nvCxnSpPr>
            <p:cNvPr id="1244" name="Google Shape;1244;p6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45" name="Google Shape;1245;p6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46" name="Google Shape;1246;p6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47" name="Google Shape;1247;p68"/>
          <p:cNvGrpSpPr/>
          <p:nvPr/>
        </p:nvGrpSpPr>
        <p:grpSpPr>
          <a:xfrm rot="5400000">
            <a:off x="593790" y="2286698"/>
            <a:ext cx="369896" cy="333900"/>
            <a:chOff x="96076" y="654376"/>
            <a:chExt cx="369896" cy="333900"/>
          </a:xfrm>
        </p:grpSpPr>
        <p:cxnSp>
          <p:nvCxnSpPr>
            <p:cNvPr id="1248" name="Google Shape;1248;p6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49" name="Google Shape;1249;p6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50" name="Google Shape;1250;p6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51" name="Google Shape;1251;p68"/>
          <p:cNvGrpSpPr/>
          <p:nvPr/>
        </p:nvGrpSpPr>
        <p:grpSpPr>
          <a:xfrm rot="5400000">
            <a:off x="593777" y="4371698"/>
            <a:ext cx="369896" cy="333900"/>
            <a:chOff x="96076" y="654376"/>
            <a:chExt cx="369896" cy="333900"/>
          </a:xfrm>
        </p:grpSpPr>
        <p:cxnSp>
          <p:nvCxnSpPr>
            <p:cNvPr id="1252" name="Google Shape;1252;p6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53" name="Google Shape;1253;p6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54" name="Google Shape;1254;p6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55" name="Google Shape;1255;p68"/>
          <p:cNvGrpSpPr/>
          <p:nvPr/>
        </p:nvGrpSpPr>
        <p:grpSpPr>
          <a:xfrm rot="5400000">
            <a:off x="593765" y="3328603"/>
            <a:ext cx="369896" cy="333900"/>
            <a:chOff x="96076" y="654376"/>
            <a:chExt cx="369896" cy="333900"/>
          </a:xfrm>
        </p:grpSpPr>
        <p:cxnSp>
          <p:nvCxnSpPr>
            <p:cNvPr id="1256" name="Google Shape;1256;p6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57" name="Google Shape;1257;p6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58" name="Google Shape;1258;p6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259" name="Google Shape;1259;p68"/>
          <p:cNvSpPr txBox="1"/>
          <p:nvPr>
            <p:ph idx="1" type="body"/>
          </p:nvPr>
        </p:nvSpPr>
        <p:spPr>
          <a:xfrm>
            <a:off x="3166350" y="1128995"/>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60" name="Google Shape;1260;p68"/>
          <p:cNvSpPr txBox="1"/>
          <p:nvPr>
            <p:ph idx="2" type="body"/>
          </p:nvPr>
        </p:nvSpPr>
        <p:spPr>
          <a:xfrm>
            <a:off x="3166350" y="2191967"/>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61" name="Google Shape;1261;p68"/>
          <p:cNvSpPr txBox="1"/>
          <p:nvPr>
            <p:ph idx="3" type="body"/>
          </p:nvPr>
        </p:nvSpPr>
        <p:spPr>
          <a:xfrm>
            <a:off x="3166350" y="3260843"/>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262" name="Google Shape;1262;p68"/>
          <p:cNvSpPr txBox="1"/>
          <p:nvPr>
            <p:ph idx="4" type="body"/>
          </p:nvPr>
        </p:nvSpPr>
        <p:spPr>
          <a:xfrm>
            <a:off x="3165075" y="4322928"/>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63" name="Google Shape;1263;p68"/>
          <p:cNvSpPr txBox="1"/>
          <p:nvPr/>
        </p:nvSpPr>
        <p:spPr>
          <a:xfrm>
            <a:off x="1042100" y="4076382"/>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64" name="Google Shape;1264;p68"/>
          <p:cNvSpPr txBox="1"/>
          <p:nvPr/>
        </p:nvSpPr>
        <p:spPr>
          <a:xfrm>
            <a:off x="1042100" y="3014307"/>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65" name="Google Shape;1265;p68"/>
          <p:cNvSpPr txBox="1"/>
          <p:nvPr/>
        </p:nvSpPr>
        <p:spPr>
          <a:xfrm>
            <a:off x="1042100" y="1944523"/>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66" name="Google Shape;1266;p68"/>
          <p:cNvSpPr txBox="1"/>
          <p:nvPr/>
        </p:nvSpPr>
        <p:spPr>
          <a:xfrm>
            <a:off x="1042100" y="882449"/>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cxnSp>
        <p:nvCxnSpPr>
          <p:cNvPr id="1267" name="Google Shape;1267;p68"/>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268" name="Google Shape;1268;p6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69" name="Google Shape;1269;p68"/>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70" name="Google Shape;1270;p68"/>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71" name="Google Shape;1271;p68"/>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272" name="Google Shape;1272;p68"/>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273" name="Google Shape;1273;p68"/>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274" name="Google Shape;1274;p68"/>
          <p:cNvSpPr txBox="1"/>
          <p:nvPr>
            <p:ph idx="5" type="subTitle"/>
          </p:nvPr>
        </p:nvSpPr>
        <p:spPr>
          <a:xfrm>
            <a:off x="1042100" y="882450"/>
            <a:ext cx="1985100" cy="1067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75" name="Google Shape;1275;p68"/>
          <p:cNvSpPr txBox="1"/>
          <p:nvPr>
            <p:ph idx="6" type="subTitle"/>
          </p:nvPr>
        </p:nvSpPr>
        <p:spPr>
          <a:xfrm>
            <a:off x="1042100" y="1949550"/>
            <a:ext cx="1985100" cy="10632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76" name="Google Shape;1276;p68"/>
          <p:cNvSpPr txBox="1"/>
          <p:nvPr>
            <p:ph idx="7" type="subTitle"/>
          </p:nvPr>
        </p:nvSpPr>
        <p:spPr>
          <a:xfrm>
            <a:off x="1042100" y="3008275"/>
            <a:ext cx="1985100" cy="1073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77" name="Google Shape;1277;p68"/>
          <p:cNvSpPr txBox="1"/>
          <p:nvPr>
            <p:ph idx="8" type="subTitle"/>
          </p:nvPr>
        </p:nvSpPr>
        <p:spPr>
          <a:xfrm>
            <a:off x="1042100" y="4082950"/>
            <a:ext cx="1985100" cy="10605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78" name="Google Shape;1278;p68"/>
          <p:cNvSpPr txBox="1"/>
          <p:nvPr>
            <p:ph idx="9" type="subTitle"/>
          </p:nvPr>
        </p:nvSpPr>
        <p:spPr>
          <a:xfrm>
            <a:off x="10364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279" name="Google Shape;1279;p68"/>
          <p:cNvSpPr txBox="1"/>
          <p:nvPr>
            <p:ph idx="1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80" name="Google Shape;1280;p68"/>
          <p:cNvSpPr txBox="1"/>
          <p:nvPr>
            <p:ph idx="1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BLANK_1_1_1_1_1_1_1_1_1_1_1_1_1_1_1_1">
    <p:bg>
      <p:bgPr>
        <a:solidFill>
          <a:schemeClr val="lt2"/>
        </a:solidFill>
      </p:bgPr>
    </p:bg>
    <p:spTree>
      <p:nvGrpSpPr>
        <p:cNvPr id="1281" name="Shape 1281"/>
        <p:cNvGrpSpPr/>
        <p:nvPr/>
      </p:nvGrpSpPr>
      <p:grpSpPr>
        <a:xfrm>
          <a:off x="0" y="0"/>
          <a:ext cx="0" cy="0"/>
          <a:chOff x="0" y="0"/>
          <a:chExt cx="0" cy="0"/>
        </a:xfrm>
      </p:grpSpPr>
      <p:sp>
        <p:nvSpPr>
          <p:cNvPr id="1282" name="Google Shape;1282;p69"/>
          <p:cNvSpPr/>
          <p:nvPr>
            <p:ph idx="2" type="pic"/>
          </p:nvPr>
        </p:nvSpPr>
        <p:spPr>
          <a:xfrm>
            <a:off x="1408925" y="1186475"/>
            <a:ext cx="6585900" cy="3497400"/>
          </a:xfrm>
          <a:prstGeom prst="roundRect">
            <a:avLst>
              <a:gd fmla="val 6865" name="adj"/>
            </a:avLst>
          </a:prstGeom>
          <a:noFill/>
          <a:ln>
            <a:noFill/>
          </a:ln>
        </p:spPr>
      </p:sp>
      <p:sp>
        <p:nvSpPr>
          <p:cNvPr id="1283" name="Google Shape;1283;p69"/>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284" name="Google Shape;1284;p69"/>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85" name="Google Shape;1285;p69"/>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286" name="Google Shape;1286;p6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87" name="Google Shape;1287;p6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88" name="Google Shape;1288;p69"/>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_2">
    <p:bg>
      <p:bgPr>
        <a:solidFill>
          <a:schemeClr val="lt2"/>
        </a:solidFill>
      </p:bgPr>
    </p:bg>
    <p:spTree>
      <p:nvGrpSpPr>
        <p:cNvPr id="1289" name="Shape 1289"/>
        <p:cNvGrpSpPr/>
        <p:nvPr/>
      </p:nvGrpSpPr>
      <p:grpSpPr>
        <a:xfrm>
          <a:off x="0" y="0"/>
          <a:ext cx="0" cy="0"/>
          <a:chOff x="0" y="0"/>
          <a:chExt cx="0" cy="0"/>
        </a:xfrm>
      </p:grpSpPr>
      <p:sp>
        <p:nvSpPr>
          <p:cNvPr id="1290" name="Google Shape;1290;p70"/>
          <p:cNvSpPr/>
          <p:nvPr>
            <p:ph idx="2" type="pic"/>
          </p:nvPr>
        </p:nvSpPr>
        <p:spPr>
          <a:xfrm>
            <a:off x="1408925" y="1186475"/>
            <a:ext cx="6585900" cy="3497400"/>
          </a:xfrm>
          <a:prstGeom prst="roundRect">
            <a:avLst>
              <a:gd fmla="val 6865" name="adj"/>
            </a:avLst>
          </a:prstGeom>
          <a:noFill/>
          <a:ln>
            <a:noFill/>
          </a:ln>
        </p:spPr>
      </p:sp>
      <p:sp>
        <p:nvSpPr>
          <p:cNvPr id="1291" name="Google Shape;1291;p70"/>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292" name="Google Shape;1292;p70"/>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93" name="Google Shape;1293;p70"/>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294" name="Google Shape;1294;p7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95" name="Google Shape;1295;p7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96" name="Google Shape;1296;p70"/>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297" name="Google Shape;1297;p70"/>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98" name="Google Shape;1298;p70"/>
          <p:cNvSpPr txBox="1"/>
          <p:nvPr>
            <p:ph idx="3"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299" name="Google Shape;1299;p70"/>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BLANK_1_1_1_1_1_1_1_1_1_1_1_1_1_1_1_1_1">
    <p:bg>
      <p:bgPr>
        <a:solidFill>
          <a:schemeClr val="lt2"/>
        </a:solidFill>
      </p:bgPr>
    </p:bg>
    <p:spTree>
      <p:nvGrpSpPr>
        <p:cNvPr id="1300" name="Shape 1300"/>
        <p:cNvGrpSpPr/>
        <p:nvPr/>
      </p:nvGrpSpPr>
      <p:grpSpPr>
        <a:xfrm>
          <a:off x="0" y="0"/>
          <a:ext cx="0" cy="0"/>
          <a:chOff x="0" y="0"/>
          <a:chExt cx="0" cy="0"/>
        </a:xfrm>
      </p:grpSpPr>
      <p:sp>
        <p:nvSpPr>
          <p:cNvPr id="1301" name="Google Shape;1301;p71"/>
          <p:cNvSpPr/>
          <p:nvPr>
            <p:ph idx="2" type="pic"/>
          </p:nvPr>
        </p:nvSpPr>
        <p:spPr>
          <a:xfrm>
            <a:off x="779675" y="1186481"/>
            <a:ext cx="3819900" cy="2148900"/>
          </a:xfrm>
          <a:prstGeom prst="roundRect">
            <a:avLst>
              <a:gd fmla="val 6865" name="adj"/>
            </a:avLst>
          </a:prstGeom>
          <a:noFill/>
          <a:ln>
            <a:noFill/>
          </a:ln>
        </p:spPr>
      </p:sp>
      <p:sp>
        <p:nvSpPr>
          <p:cNvPr id="1302" name="Google Shape;1302;p71"/>
          <p:cNvSpPr/>
          <p:nvPr>
            <p:ph idx="3" type="pic"/>
          </p:nvPr>
        </p:nvSpPr>
        <p:spPr>
          <a:xfrm>
            <a:off x="4798950" y="1186481"/>
            <a:ext cx="3819900" cy="2148900"/>
          </a:xfrm>
          <a:prstGeom prst="roundRect">
            <a:avLst>
              <a:gd fmla="val 6865" name="adj"/>
            </a:avLst>
          </a:prstGeom>
          <a:noFill/>
          <a:ln>
            <a:noFill/>
          </a:ln>
        </p:spPr>
      </p:sp>
      <p:sp>
        <p:nvSpPr>
          <p:cNvPr id="1303" name="Google Shape;1303;p71"/>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04" name="Google Shape;1304;p71"/>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05" name="Google Shape;1305;p71"/>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06" name="Google Shape;1306;p7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07" name="Google Shape;1307;p7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08" name="Google Shape;1308;p71"/>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09" name="Google Shape;1309;p71"/>
          <p:cNvSpPr txBox="1"/>
          <p:nvPr>
            <p:ph idx="1" type="body"/>
          </p:nvPr>
        </p:nvSpPr>
        <p:spPr>
          <a:xfrm>
            <a:off x="774225"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10" name="Google Shape;1310;p71"/>
          <p:cNvSpPr txBox="1"/>
          <p:nvPr>
            <p:ph idx="4" type="body"/>
          </p:nvPr>
        </p:nvSpPr>
        <p:spPr>
          <a:xfrm>
            <a:off x="4796213"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11" name="Google Shape;1311;p71"/>
          <p:cNvSpPr txBox="1"/>
          <p:nvPr>
            <p:ph idx="5" type="subTitle"/>
          </p:nvPr>
        </p:nvSpPr>
        <p:spPr>
          <a:xfrm>
            <a:off x="77965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
        <p:nvSpPr>
          <p:cNvPr id="1312" name="Google Shape;1312;p71"/>
          <p:cNvSpPr txBox="1"/>
          <p:nvPr>
            <p:ph idx="6" type="subTitle"/>
          </p:nvPr>
        </p:nvSpPr>
        <p:spPr>
          <a:xfrm>
            <a:off x="480170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 ALT 1">
  <p:cSld name="BLANK_1_1_1_1_1_1_1_1_1_1_1_1_1_1_1_1_1_2">
    <p:bg>
      <p:bgPr>
        <a:solidFill>
          <a:schemeClr val="lt2"/>
        </a:solidFill>
      </p:bgPr>
    </p:bg>
    <p:spTree>
      <p:nvGrpSpPr>
        <p:cNvPr id="1313" name="Shape 1313"/>
        <p:cNvGrpSpPr/>
        <p:nvPr/>
      </p:nvGrpSpPr>
      <p:grpSpPr>
        <a:xfrm>
          <a:off x="0" y="0"/>
          <a:ext cx="0" cy="0"/>
          <a:chOff x="0" y="0"/>
          <a:chExt cx="0" cy="0"/>
        </a:xfrm>
      </p:grpSpPr>
      <p:sp>
        <p:nvSpPr>
          <p:cNvPr id="1314" name="Google Shape;1314;p7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15" name="Google Shape;1315;p72"/>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16" name="Google Shape;1316;p72"/>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17" name="Google Shape;1317;p72"/>
          <p:cNvSpPr/>
          <p:nvPr>
            <p:ph idx="4" type="pic"/>
          </p:nvPr>
        </p:nvSpPr>
        <p:spPr>
          <a:xfrm>
            <a:off x="779675" y="1186481"/>
            <a:ext cx="3819900" cy="2148900"/>
          </a:xfrm>
          <a:prstGeom prst="roundRect">
            <a:avLst>
              <a:gd fmla="val 6865" name="adj"/>
            </a:avLst>
          </a:prstGeom>
          <a:noFill/>
          <a:ln>
            <a:noFill/>
          </a:ln>
        </p:spPr>
      </p:sp>
      <p:sp>
        <p:nvSpPr>
          <p:cNvPr id="1318" name="Google Shape;1318;p72"/>
          <p:cNvSpPr/>
          <p:nvPr>
            <p:ph idx="5" type="pic"/>
          </p:nvPr>
        </p:nvSpPr>
        <p:spPr>
          <a:xfrm>
            <a:off x="4798950" y="1186481"/>
            <a:ext cx="3819900" cy="2148900"/>
          </a:xfrm>
          <a:prstGeom prst="roundRect">
            <a:avLst>
              <a:gd fmla="val 6865" name="adj"/>
            </a:avLst>
          </a:prstGeom>
          <a:noFill/>
          <a:ln>
            <a:noFill/>
          </a:ln>
        </p:spPr>
      </p:sp>
      <p:sp>
        <p:nvSpPr>
          <p:cNvPr id="1319" name="Google Shape;1319;p72"/>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20" name="Google Shape;1320;p72"/>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21" name="Google Shape;1321;p72"/>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22" name="Google Shape;1322;p7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23" name="Google Shape;1323;p7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24" name="Google Shape;1324;p72"/>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25" name="Google Shape;1325;p72"/>
          <p:cNvSpPr txBox="1"/>
          <p:nvPr>
            <p:ph idx="6" type="body"/>
          </p:nvPr>
        </p:nvSpPr>
        <p:spPr>
          <a:xfrm>
            <a:off x="774225"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26" name="Google Shape;1326;p72"/>
          <p:cNvSpPr txBox="1"/>
          <p:nvPr>
            <p:ph idx="7" type="body"/>
          </p:nvPr>
        </p:nvSpPr>
        <p:spPr>
          <a:xfrm>
            <a:off x="4796213"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27" name="Google Shape;1327;p72"/>
          <p:cNvSpPr txBox="1"/>
          <p:nvPr>
            <p:ph idx="8" type="subTitle"/>
          </p:nvPr>
        </p:nvSpPr>
        <p:spPr>
          <a:xfrm>
            <a:off x="77965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
        <p:nvSpPr>
          <p:cNvPr id="1328" name="Google Shape;1328;p72"/>
          <p:cNvSpPr txBox="1"/>
          <p:nvPr>
            <p:ph idx="9" type="subTitle"/>
          </p:nvPr>
        </p:nvSpPr>
        <p:spPr>
          <a:xfrm>
            <a:off x="480170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BLANK_1_1_1_1_1_1_1_1_1_1_1_1_1_1_1_1_1_1">
    <p:bg>
      <p:bgPr>
        <a:solidFill>
          <a:schemeClr val="lt2"/>
        </a:solidFill>
      </p:bgPr>
    </p:bg>
    <p:spTree>
      <p:nvGrpSpPr>
        <p:cNvPr id="1329" name="Shape 1329"/>
        <p:cNvGrpSpPr/>
        <p:nvPr/>
      </p:nvGrpSpPr>
      <p:grpSpPr>
        <a:xfrm>
          <a:off x="0" y="0"/>
          <a:ext cx="0" cy="0"/>
          <a:chOff x="0" y="0"/>
          <a:chExt cx="0" cy="0"/>
        </a:xfrm>
      </p:grpSpPr>
      <p:sp>
        <p:nvSpPr>
          <p:cNvPr id="1330" name="Google Shape;1330;p73"/>
          <p:cNvSpPr/>
          <p:nvPr>
            <p:ph idx="2" type="pic"/>
          </p:nvPr>
        </p:nvSpPr>
        <p:spPr>
          <a:xfrm>
            <a:off x="779638" y="1448025"/>
            <a:ext cx="2424300" cy="1560300"/>
          </a:xfrm>
          <a:prstGeom prst="roundRect">
            <a:avLst>
              <a:gd fmla="val 6865" name="adj"/>
            </a:avLst>
          </a:prstGeom>
          <a:noFill/>
          <a:ln>
            <a:noFill/>
          </a:ln>
        </p:spPr>
      </p:sp>
      <p:sp>
        <p:nvSpPr>
          <p:cNvPr id="1331" name="Google Shape;1331;p73"/>
          <p:cNvSpPr/>
          <p:nvPr>
            <p:ph idx="3" type="pic"/>
          </p:nvPr>
        </p:nvSpPr>
        <p:spPr>
          <a:xfrm>
            <a:off x="3487091" y="1448025"/>
            <a:ext cx="2424300" cy="1560300"/>
          </a:xfrm>
          <a:prstGeom prst="roundRect">
            <a:avLst>
              <a:gd fmla="val 6865" name="adj"/>
            </a:avLst>
          </a:prstGeom>
          <a:noFill/>
          <a:ln>
            <a:noFill/>
          </a:ln>
        </p:spPr>
      </p:sp>
      <p:sp>
        <p:nvSpPr>
          <p:cNvPr id="1332" name="Google Shape;1332;p73"/>
          <p:cNvSpPr/>
          <p:nvPr>
            <p:ph idx="4" type="pic"/>
          </p:nvPr>
        </p:nvSpPr>
        <p:spPr>
          <a:xfrm>
            <a:off x="6194533" y="1448025"/>
            <a:ext cx="2424300" cy="1560300"/>
          </a:xfrm>
          <a:prstGeom prst="roundRect">
            <a:avLst>
              <a:gd fmla="val 6865" name="adj"/>
            </a:avLst>
          </a:prstGeom>
          <a:noFill/>
          <a:ln>
            <a:noFill/>
          </a:ln>
        </p:spPr>
      </p:sp>
      <p:sp>
        <p:nvSpPr>
          <p:cNvPr id="1333" name="Google Shape;1333;p73"/>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34" name="Google Shape;1334;p73"/>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35" name="Google Shape;1335;p73"/>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36" name="Google Shape;1336;p7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37" name="Google Shape;1337;p7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38" name="Google Shape;1338;p73"/>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39" name="Google Shape;1339;p73"/>
          <p:cNvSpPr txBox="1"/>
          <p:nvPr>
            <p:ph idx="1" type="body"/>
          </p:nvPr>
        </p:nvSpPr>
        <p:spPr>
          <a:xfrm>
            <a:off x="7796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340" name="Google Shape;1340;p73"/>
          <p:cNvSpPr txBox="1"/>
          <p:nvPr>
            <p:ph idx="5" type="body"/>
          </p:nvPr>
        </p:nvSpPr>
        <p:spPr>
          <a:xfrm>
            <a:off x="348710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41" name="Google Shape;1341;p73"/>
          <p:cNvSpPr txBox="1"/>
          <p:nvPr>
            <p:ph idx="6" type="body"/>
          </p:nvPr>
        </p:nvSpPr>
        <p:spPr>
          <a:xfrm>
            <a:off x="61945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42" name="Google Shape;1342;p73"/>
          <p:cNvSpPr txBox="1"/>
          <p:nvPr>
            <p:ph idx="7" type="subTitle"/>
          </p:nvPr>
        </p:nvSpPr>
        <p:spPr>
          <a:xfrm>
            <a:off x="7796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343" name="Google Shape;1343;p73"/>
          <p:cNvSpPr txBox="1"/>
          <p:nvPr>
            <p:ph idx="8" type="subTitle"/>
          </p:nvPr>
        </p:nvSpPr>
        <p:spPr>
          <a:xfrm>
            <a:off x="348710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344" name="Google Shape;1344;p73"/>
          <p:cNvSpPr txBox="1"/>
          <p:nvPr>
            <p:ph idx="9" type="subTitle"/>
          </p:nvPr>
        </p:nvSpPr>
        <p:spPr>
          <a:xfrm>
            <a:off x="61945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 ALT 1">
  <p:cSld name="BLANK_1_1_1_1_1_1_1_1_1_1_1_1_1_1_1_1_1_1_2">
    <p:bg>
      <p:bgPr>
        <a:solidFill>
          <a:schemeClr val="lt2"/>
        </a:solidFill>
      </p:bgPr>
    </p:bg>
    <p:spTree>
      <p:nvGrpSpPr>
        <p:cNvPr id="1345" name="Shape 1345"/>
        <p:cNvGrpSpPr/>
        <p:nvPr/>
      </p:nvGrpSpPr>
      <p:grpSpPr>
        <a:xfrm>
          <a:off x="0" y="0"/>
          <a:ext cx="0" cy="0"/>
          <a:chOff x="0" y="0"/>
          <a:chExt cx="0" cy="0"/>
        </a:xfrm>
      </p:grpSpPr>
      <p:sp>
        <p:nvSpPr>
          <p:cNvPr id="1346" name="Google Shape;1346;p74"/>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47" name="Google Shape;1347;p74"/>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48" name="Google Shape;1348;p74"/>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49" name="Google Shape;1349;p74"/>
          <p:cNvSpPr/>
          <p:nvPr>
            <p:ph idx="4" type="pic"/>
          </p:nvPr>
        </p:nvSpPr>
        <p:spPr>
          <a:xfrm>
            <a:off x="779638" y="1448025"/>
            <a:ext cx="2424300" cy="1560300"/>
          </a:xfrm>
          <a:prstGeom prst="roundRect">
            <a:avLst>
              <a:gd fmla="val 6865" name="adj"/>
            </a:avLst>
          </a:prstGeom>
          <a:noFill/>
          <a:ln>
            <a:noFill/>
          </a:ln>
        </p:spPr>
      </p:sp>
      <p:sp>
        <p:nvSpPr>
          <p:cNvPr id="1350" name="Google Shape;1350;p74"/>
          <p:cNvSpPr/>
          <p:nvPr>
            <p:ph idx="5" type="pic"/>
          </p:nvPr>
        </p:nvSpPr>
        <p:spPr>
          <a:xfrm>
            <a:off x="3487091" y="1448025"/>
            <a:ext cx="2424300" cy="1560300"/>
          </a:xfrm>
          <a:prstGeom prst="roundRect">
            <a:avLst>
              <a:gd fmla="val 6865" name="adj"/>
            </a:avLst>
          </a:prstGeom>
          <a:noFill/>
          <a:ln>
            <a:noFill/>
          </a:ln>
        </p:spPr>
      </p:sp>
      <p:sp>
        <p:nvSpPr>
          <p:cNvPr id="1351" name="Google Shape;1351;p74"/>
          <p:cNvSpPr/>
          <p:nvPr>
            <p:ph idx="6" type="pic"/>
          </p:nvPr>
        </p:nvSpPr>
        <p:spPr>
          <a:xfrm>
            <a:off x="6194533" y="1448025"/>
            <a:ext cx="2424300" cy="1560300"/>
          </a:xfrm>
          <a:prstGeom prst="roundRect">
            <a:avLst>
              <a:gd fmla="val 6865" name="adj"/>
            </a:avLst>
          </a:prstGeom>
          <a:noFill/>
          <a:ln>
            <a:noFill/>
          </a:ln>
        </p:spPr>
      </p:sp>
      <p:sp>
        <p:nvSpPr>
          <p:cNvPr id="1352" name="Google Shape;1352;p74"/>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53" name="Google Shape;1353;p7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54" name="Google Shape;1354;p74"/>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55" name="Google Shape;1355;p7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56" name="Google Shape;1356;p7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57" name="Google Shape;1357;p74"/>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58" name="Google Shape;1358;p74"/>
          <p:cNvSpPr txBox="1"/>
          <p:nvPr>
            <p:ph idx="7" type="body"/>
          </p:nvPr>
        </p:nvSpPr>
        <p:spPr>
          <a:xfrm>
            <a:off x="7796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359" name="Google Shape;1359;p74"/>
          <p:cNvSpPr txBox="1"/>
          <p:nvPr>
            <p:ph idx="8" type="body"/>
          </p:nvPr>
        </p:nvSpPr>
        <p:spPr>
          <a:xfrm>
            <a:off x="348710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60" name="Google Shape;1360;p74"/>
          <p:cNvSpPr txBox="1"/>
          <p:nvPr>
            <p:ph idx="9" type="body"/>
          </p:nvPr>
        </p:nvSpPr>
        <p:spPr>
          <a:xfrm>
            <a:off x="61945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61" name="Google Shape;1361;p74"/>
          <p:cNvSpPr txBox="1"/>
          <p:nvPr>
            <p:ph idx="13" type="subTitle"/>
          </p:nvPr>
        </p:nvSpPr>
        <p:spPr>
          <a:xfrm>
            <a:off x="7796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362" name="Google Shape;1362;p74"/>
          <p:cNvSpPr txBox="1"/>
          <p:nvPr>
            <p:ph idx="14" type="subTitle"/>
          </p:nvPr>
        </p:nvSpPr>
        <p:spPr>
          <a:xfrm>
            <a:off x="348710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363" name="Google Shape;1363;p74"/>
          <p:cNvSpPr txBox="1"/>
          <p:nvPr>
            <p:ph idx="15" type="subTitle"/>
          </p:nvPr>
        </p:nvSpPr>
        <p:spPr>
          <a:xfrm>
            <a:off x="61945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_1_1_1_1_1_1_1_1_1_1_1_1_1_1_1_1_1_1">
    <p:bg>
      <p:bgPr>
        <a:solidFill>
          <a:schemeClr val="lt2"/>
        </a:solidFill>
      </p:bgPr>
    </p:bg>
    <p:spTree>
      <p:nvGrpSpPr>
        <p:cNvPr id="1364" name="Shape 1364"/>
        <p:cNvGrpSpPr/>
        <p:nvPr/>
      </p:nvGrpSpPr>
      <p:grpSpPr>
        <a:xfrm>
          <a:off x="0" y="0"/>
          <a:ext cx="0" cy="0"/>
          <a:chOff x="0" y="0"/>
          <a:chExt cx="0" cy="0"/>
        </a:xfrm>
      </p:grpSpPr>
      <p:sp>
        <p:nvSpPr>
          <p:cNvPr id="1365" name="Google Shape;1365;p75"/>
          <p:cNvSpPr/>
          <p:nvPr>
            <p:ph idx="2" type="pic"/>
          </p:nvPr>
        </p:nvSpPr>
        <p:spPr>
          <a:xfrm>
            <a:off x="1540250" y="1039100"/>
            <a:ext cx="6585900" cy="3400500"/>
          </a:xfrm>
          <a:prstGeom prst="roundRect">
            <a:avLst>
              <a:gd fmla="val 6865" name="adj"/>
            </a:avLst>
          </a:prstGeom>
          <a:noFill/>
          <a:ln>
            <a:noFill/>
          </a:ln>
        </p:spPr>
      </p:sp>
      <p:cxnSp>
        <p:nvCxnSpPr>
          <p:cNvPr id="1366" name="Google Shape;1366;p75"/>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67" name="Google Shape;1367;p75"/>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68" name="Google Shape;1368;p7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69" name="Google Shape;1369;p7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 ALT 1">
  <p:cSld name="BLANK_1_1_1_1_1_1_1_1_1_1_1_1_1_1_1_1_1_1_1_2">
    <p:bg>
      <p:bgPr>
        <a:solidFill>
          <a:schemeClr val="lt2"/>
        </a:solidFill>
      </p:bgPr>
    </p:bg>
    <p:spTree>
      <p:nvGrpSpPr>
        <p:cNvPr id="1370" name="Shape 1370"/>
        <p:cNvGrpSpPr/>
        <p:nvPr/>
      </p:nvGrpSpPr>
      <p:grpSpPr>
        <a:xfrm>
          <a:off x="0" y="0"/>
          <a:ext cx="0" cy="0"/>
          <a:chOff x="0" y="0"/>
          <a:chExt cx="0" cy="0"/>
        </a:xfrm>
      </p:grpSpPr>
      <p:sp>
        <p:nvSpPr>
          <p:cNvPr id="1371" name="Google Shape;1371;p76"/>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72" name="Google Shape;1372;p76"/>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73" name="Google Shape;1373;p76"/>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74" name="Google Shape;1374;p76"/>
          <p:cNvSpPr/>
          <p:nvPr>
            <p:ph idx="4" type="pic"/>
          </p:nvPr>
        </p:nvSpPr>
        <p:spPr>
          <a:xfrm>
            <a:off x="1540250" y="1039100"/>
            <a:ext cx="6585900" cy="3400500"/>
          </a:xfrm>
          <a:prstGeom prst="roundRect">
            <a:avLst>
              <a:gd fmla="val 6865" name="adj"/>
            </a:avLst>
          </a:prstGeom>
          <a:noFill/>
          <a:ln>
            <a:noFill/>
          </a:ln>
        </p:spPr>
      </p:sp>
      <p:cxnSp>
        <p:nvCxnSpPr>
          <p:cNvPr id="1375" name="Google Shape;1375;p76"/>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76" name="Google Shape;1376;p76"/>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77" name="Google Shape;1377;p7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78" name="Google Shape;1378;p76"/>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BLANK_1_1_1_1_1_1_1_1_1_1_1_1_1_1_1_1_1_1_1_1">
    <p:bg>
      <p:bgPr>
        <a:solidFill>
          <a:schemeClr val="lt2"/>
        </a:solidFill>
      </p:bgPr>
    </p:bg>
    <p:spTree>
      <p:nvGrpSpPr>
        <p:cNvPr id="1379" name="Shape 1379"/>
        <p:cNvGrpSpPr/>
        <p:nvPr/>
      </p:nvGrpSpPr>
      <p:grpSpPr>
        <a:xfrm>
          <a:off x="0" y="0"/>
          <a:ext cx="0" cy="0"/>
          <a:chOff x="0" y="0"/>
          <a:chExt cx="0" cy="0"/>
        </a:xfrm>
      </p:grpSpPr>
      <p:sp>
        <p:nvSpPr>
          <p:cNvPr id="1380" name="Google Shape;1380;p77"/>
          <p:cNvSpPr/>
          <p:nvPr>
            <p:ph idx="2" type="pic"/>
          </p:nvPr>
        </p:nvSpPr>
        <p:spPr>
          <a:xfrm>
            <a:off x="1907087" y="1245243"/>
            <a:ext cx="1868700" cy="1051200"/>
          </a:xfrm>
          <a:prstGeom prst="roundRect">
            <a:avLst>
              <a:gd fmla="val 6865" name="adj"/>
            </a:avLst>
          </a:prstGeom>
          <a:noFill/>
          <a:ln>
            <a:noFill/>
          </a:ln>
        </p:spPr>
      </p:sp>
      <p:sp>
        <p:nvSpPr>
          <p:cNvPr id="1381" name="Google Shape;1381;p77"/>
          <p:cNvSpPr/>
          <p:nvPr>
            <p:ph idx="3" type="pic"/>
          </p:nvPr>
        </p:nvSpPr>
        <p:spPr>
          <a:xfrm>
            <a:off x="3898886" y="1245243"/>
            <a:ext cx="1868700" cy="1051200"/>
          </a:xfrm>
          <a:prstGeom prst="roundRect">
            <a:avLst>
              <a:gd fmla="val 6865" name="adj"/>
            </a:avLst>
          </a:prstGeom>
          <a:noFill/>
          <a:ln>
            <a:noFill/>
          </a:ln>
        </p:spPr>
      </p:sp>
      <p:sp>
        <p:nvSpPr>
          <p:cNvPr id="1382" name="Google Shape;1382;p77"/>
          <p:cNvSpPr/>
          <p:nvPr>
            <p:ph idx="4" type="pic"/>
          </p:nvPr>
        </p:nvSpPr>
        <p:spPr>
          <a:xfrm>
            <a:off x="5890685" y="1245243"/>
            <a:ext cx="1868700" cy="1051200"/>
          </a:xfrm>
          <a:prstGeom prst="roundRect">
            <a:avLst>
              <a:gd fmla="val 6865" name="adj"/>
            </a:avLst>
          </a:prstGeom>
          <a:noFill/>
          <a:ln>
            <a:noFill/>
          </a:ln>
        </p:spPr>
      </p:sp>
      <p:sp>
        <p:nvSpPr>
          <p:cNvPr id="1383" name="Google Shape;1383;p77"/>
          <p:cNvSpPr/>
          <p:nvPr>
            <p:ph idx="5" type="pic"/>
          </p:nvPr>
        </p:nvSpPr>
        <p:spPr>
          <a:xfrm>
            <a:off x="1907087" y="2409575"/>
            <a:ext cx="1868700" cy="1051200"/>
          </a:xfrm>
          <a:prstGeom prst="roundRect">
            <a:avLst>
              <a:gd fmla="val 6865" name="adj"/>
            </a:avLst>
          </a:prstGeom>
          <a:noFill/>
          <a:ln>
            <a:noFill/>
          </a:ln>
        </p:spPr>
      </p:sp>
      <p:sp>
        <p:nvSpPr>
          <p:cNvPr id="1384" name="Google Shape;1384;p77"/>
          <p:cNvSpPr/>
          <p:nvPr>
            <p:ph idx="6" type="pic"/>
          </p:nvPr>
        </p:nvSpPr>
        <p:spPr>
          <a:xfrm>
            <a:off x="3898886" y="2409575"/>
            <a:ext cx="1868700" cy="1051200"/>
          </a:xfrm>
          <a:prstGeom prst="roundRect">
            <a:avLst>
              <a:gd fmla="val 6865" name="adj"/>
            </a:avLst>
          </a:prstGeom>
          <a:noFill/>
          <a:ln>
            <a:noFill/>
          </a:ln>
        </p:spPr>
      </p:sp>
      <p:sp>
        <p:nvSpPr>
          <p:cNvPr id="1385" name="Google Shape;1385;p77"/>
          <p:cNvSpPr/>
          <p:nvPr>
            <p:ph idx="7" type="pic"/>
          </p:nvPr>
        </p:nvSpPr>
        <p:spPr>
          <a:xfrm>
            <a:off x="5890685" y="2409575"/>
            <a:ext cx="1868700" cy="1051200"/>
          </a:xfrm>
          <a:prstGeom prst="roundRect">
            <a:avLst>
              <a:gd fmla="val 6865" name="adj"/>
            </a:avLst>
          </a:prstGeom>
          <a:noFill/>
          <a:ln>
            <a:noFill/>
          </a:ln>
        </p:spPr>
      </p:sp>
      <p:sp>
        <p:nvSpPr>
          <p:cNvPr id="1386" name="Google Shape;1386;p77"/>
          <p:cNvSpPr/>
          <p:nvPr>
            <p:ph idx="8" type="pic"/>
          </p:nvPr>
        </p:nvSpPr>
        <p:spPr>
          <a:xfrm>
            <a:off x="1907087" y="3573907"/>
            <a:ext cx="1868700" cy="1051200"/>
          </a:xfrm>
          <a:prstGeom prst="roundRect">
            <a:avLst>
              <a:gd fmla="val 6865" name="adj"/>
            </a:avLst>
          </a:prstGeom>
          <a:noFill/>
          <a:ln>
            <a:noFill/>
          </a:ln>
        </p:spPr>
      </p:sp>
      <p:sp>
        <p:nvSpPr>
          <p:cNvPr id="1387" name="Google Shape;1387;p77"/>
          <p:cNvSpPr/>
          <p:nvPr>
            <p:ph idx="9" type="pic"/>
          </p:nvPr>
        </p:nvSpPr>
        <p:spPr>
          <a:xfrm>
            <a:off x="3898886" y="3573907"/>
            <a:ext cx="1868700" cy="1051200"/>
          </a:xfrm>
          <a:prstGeom prst="roundRect">
            <a:avLst>
              <a:gd fmla="val 6865" name="adj"/>
            </a:avLst>
          </a:prstGeom>
          <a:noFill/>
          <a:ln>
            <a:noFill/>
          </a:ln>
        </p:spPr>
      </p:sp>
      <p:sp>
        <p:nvSpPr>
          <p:cNvPr id="1388" name="Google Shape;1388;p77"/>
          <p:cNvSpPr/>
          <p:nvPr>
            <p:ph idx="13" type="pic"/>
          </p:nvPr>
        </p:nvSpPr>
        <p:spPr>
          <a:xfrm>
            <a:off x="5890685" y="3573907"/>
            <a:ext cx="1868700" cy="1051200"/>
          </a:xfrm>
          <a:prstGeom prst="roundRect">
            <a:avLst>
              <a:gd fmla="val 6865" name="adj"/>
            </a:avLst>
          </a:prstGeom>
          <a:noFill/>
          <a:ln>
            <a:noFill/>
          </a:ln>
        </p:spPr>
      </p:sp>
      <p:cxnSp>
        <p:nvCxnSpPr>
          <p:cNvPr id="1389" name="Google Shape;1389;p77"/>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90" name="Google Shape;1390;p77"/>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91" name="Google Shape;1391;p7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92" name="Google Shape;1392;p7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393" name="Google Shape;1393;p77"/>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94" name="Google Shape;1394;p77"/>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 ALT 1">
  <p:cSld name="BLANK_1_1_1_1_1_1_1_1_1_1_1_1_1_1_1_1_1_1_1_1_1">
    <p:bg>
      <p:bgPr>
        <a:solidFill>
          <a:schemeClr val="lt2"/>
        </a:solidFill>
      </p:bgPr>
    </p:bg>
    <p:spTree>
      <p:nvGrpSpPr>
        <p:cNvPr id="1395" name="Shape 1395"/>
        <p:cNvGrpSpPr/>
        <p:nvPr/>
      </p:nvGrpSpPr>
      <p:grpSpPr>
        <a:xfrm>
          <a:off x="0" y="0"/>
          <a:ext cx="0" cy="0"/>
          <a:chOff x="0" y="0"/>
          <a:chExt cx="0" cy="0"/>
        </a:xfrm>
      </p:grpSpPr>
      <p:sp>
        <p:nvSpPr>
          <p:cNvPr id="1396" name="Google Shape;1396;p78"/>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97" name="Google Shape;1397;p78"/>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98" name="Google Shape;1398;p78"/>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99" name="Google Shape;1399;p78"/>
          <p:cNvSpPr/>
          <p:nvPr>
            <p:ph idx="4" type="pic"/>
          </p:nvPr>
        </p:nvSpPr>
        <p:spPr>
          <a:xfrm>
            <a:off x="1907087" y="1245243"/>
            <a:ext cx="1868700" cy="1051200"/>
          </a:xfrm>
          <a:prstGeom prst="roundRect">
            <a:avLst>
              <a:gd fmla="val 6865" name="adj"/>
            </a:avLst>
          </a:prstGeom>
          <a:noFill/>
          <a:ln>
            <a:noFill/>
          </a:ln>
        </p:spPr>
      </p:sp>
      <p:sp>
        <p:nvSpPr>
          <p:cNvPr id="1400" name="Google Shape;1400;p78"/>
          <p:cNvSpPr/>
          <p:nvPr>
            <p:ph idx="5" type="pic"/>
          </p:nvPr>
        </p:nvSpPr>
        <p:spPr>
          <a:xfrm>
            <a:off x="3898886" y="1245243"/>
            <a:ext cx="1868700" cy="1051200"/>
          </a:xfrm>
          <a:prstGeom prst="roundRect">
            <a:avLst>
              <a:gd fmla="val 6865" name="adj"/>
            </a:avLst>
          </a:prstGeom>
          <a:noFill/>
          <a:ln>
            <a:noFill/>
          </a:ln>
        </p:spPr>
      </p:sp>
      <p:sp>
        <p:nvSpPr>
          <p:cNvPr id="1401" name="Google Shape;1401;p78"/>
          <p:cNvSpPr/>
          <p:nvPr>
            <p:ph idx="6" type="pic"/>
          </p:nvPr>
        </p:nvSpPr>
        <p:spPr>
          <a:xfrm>
            <a:off x="5890685" y="1245243"/>
            <a:ext cx="1868700" cy="1051200"/>
          </a:xfrm>
          <a:prstGeom prst="roundRect">
            <a:avLst>
              <a:gd fmla="val 6865" name="adj"/>
            </a:avLst>
          </a:prstGeom>
          <a:noFill/>
          <a:ln>
            <a:noFill/>
          </a:ln>
        </p:spPr>
      </p:sp>
      <p:sp>
        <p:nvSpPr>
          <p:cNvPr id="1402" name="Google Shape;1402;p78"/>
          <p:cNvSpPr/>
          <p:nvPr>
            <p:ph idx="7" type="pic"/>
          </p:nvPr>
        </p:nvSpPr>
        <p:spPr>
          <a:xfrm>
            <a:off x="1907087" y="2409575"/>
            <a:ext cx="1868700" cy="1051200"/>
          </a:xfrm>
          <a:prstGeom prst="roundRect">
            <a:avLst>
              <a:gd fmla="val 6865" name="adj"/>
            </a:avLst>
          </a:prstGeom>
          <a:noFill/>
          <a:ln>
            <a:noFill/>
          </a:ln>
        </p:spPr>
      </p:sp>
      <p:sp>
        <p:nvSpPr>
          <p:cNvPr id="1403" name="Google Shape;1403;p78"/>
          <p:cNvSpPr/>
          <p:nvPr>
            <p:ph idx="8" type="pic"/>
          </p:nvPr>
        </p:nvSpPr>
        <p:spPr>
          <a:xfrm>
            <a:off x="3898886" y="2409575"/>
            <a:ext cx="1868700" cy="1051200"/>
          </a:xfrm>
          <a:prstGeom prst="roundRect">
            <a:avLst>
              <a:gd fmla="val 6865" name="adj"/>
            </a:avLst>
          </a:prstGeom>
          <a:noFill/>
          <a:ln>
            <a:noFill/>
          </a:ln>
        </p:spPr>
      </p:sp>
      <p:sp>
        <p:nvSpPr>
          <p:cNvPr id="1404" name="Google Shape;1404;p78"/>
          <p:cNvSpPr/>
          <p:nvPr>
            <p:ph idx="9" type="pic"/>
          </p:nvPr>
        </p:nvSpPr>
        <p:spPr>
          <a:xfrm>
            <a:off x="5890685" y="2409575"/>
            <a:ext cx="1868700" cy="1051200"/>
          </a:xfrm>
          <a:prstGeom prst="roundRect">
            <a:avLst>
              <a:gd fmla="val 6865" name="adj"/>
            </a:avLst>
          </a:prstGeom>
          <a:noFill/>
          <a:ln>
            <a:noFill/>
          </a:ln>
        </p:spPr>
      </p:sp>
      <p:sp>
        <p:nvSpPr>
          <p:cNvPr id="1405" name="Google Shape;1405;p78"/>
          <p:cNvSpPr/>
          <p:nvPr>
            <p:ph idx="13" type="pic"/>
          </p:nvPr>
        </p:nvSpPr>
        <p:spPr>
          <a:xfrm>
            <a:off x="1907087" y="3573907"/>
            <a:ext cx="1868700" cy="1051200"/>
          </a:xfrm>
          <a:prstGeom prst="roundRect">
            <a:avLst>
              <a:gd fmla="val 6865" name="adj"/>
            </a:avLst>
          </a:prstGeom>
          <a:noFill/>
          <a:ln>
            <a:noFill/>
          </a:ln>
        </p:spPr>
      </p:sp>
      <p:sp>
        <p:nvSpPr>
          <p:cNvPr id="1406" name="Google Shape;1406;p78"/>
          <p:cNvSpPr/>
          <p:nvPr>
            <p:ph idx="14" type="pic"/>
          </p:nvPr>
        </p:nvSpPr>
        <p:spPr>
          <a:xfrm>
            <a:off x="3898886" y="3573907"/>
            <a:ext cx="1868700" cy="1051200"/>
          </a:xfrm>
          <a:prstGeom prst="roundRect">
            <a:avLst>
              <a:gd fmla="val 6865" name="adj"/>
            </a:avLst>
          </a:prstGeom>
          <a:noFill/>
          <a:ln>
            <a:noFill/>
          </a:ln>
        </p:spPr>
      </p:sp>
      <p:sp>
        <p:nvSpPr>
          <p:cNvPr id="1407" name="Google Shape;1407;p78"/>
          <p:cNvSpPr/>
          <p:nvPr>
            <p:ph idx="15" type="pic"/>
          </p:nvPr>
        </p:nvSpPr>
        <p:spPr>
          <a:xfrm>
            <a:off x="5890685" y="3573907"/>
            <a:ext cx="1868700" cy="1051200"/>
          </a:xfrm>
          <a:prstGeom prst="roundRect">
            <a:avLst>
              <a:gd fmla="val 6865" name="adj"/>
            </a:avLst>
          </a:prstGeom>
          <a:noFill/>
          <a:ln>
            <a:noFill/>
          </a:ln>
        </p:spPr>
      </p:sp>
      <p:cxnSp>
        <p:nvCxnSpPr>
          <p:cNvPr id="1408" name="Google Shape;1408;p78"/>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409" name="Google Shape;1409;p78"/>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410" name="Google Shape;1410;p7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411" name="Google Shape;1411;p7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412" name="Google Shape;1412;p78"/>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413" name="Google Shape;1413;p78"/>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14" name="Shape 1414"/>
        <p:cNvGrpSpPr/>
        <p:nvPr/>
      </p:nvGrpSpPr>
      <p:grpSpPr>
        <a:xfrm>
          <a:off x="0" y="0"/>
          <a:ext cx="0" cy="0"/>
          <a:chOff x="0" y="0"/>
          <a:chExt cx="0" cy="0"/>
        </a:xfrm>
      </p:grpSpPr>
      <p:sp>
        <p:nvSpPr>
          <p:cNvPr id="1415" name="Google Shape;1415;p79"/>
          <p:cNvSpPr txBox="1"/>
          <p:nvPr>
            <p:ph type="ctrTitle"/>
          </p:nvPr>
        </p:nvSpPr>
        <p:spPr>
          <a:xfrm>
            <a:off x="311708" y="744575"/>
            <a:ext cx="8520600" cy="2052600"/>
          </a:xfrm>
          <a:prstGeom prst="rect">
            <a:avLst/>
          </a:prstGeom>
        </p:spPr>
        <p:txBody>
          <a:bodyPr anchorCtr="0" anchor="b" bIns="91425" lIns="91425" spcFirstLastPara="1" rIns="91425" wrap="square" tIns="91425">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416" name="Google Shape;1416;p79"/>
          <p:cNvSpPr txBox="1"/>
          <p:nvPr>
            <p:ph idx="1" type="subTitle"/>
          </p:nvPr>
        </p:nvSpPr>
        <p:spPr>
          <a:xfrm>
            <a:off x="311700" y="2834125"/>
            <a:ext cx="8520600" cy="7926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800"/>
              <a:buNone/>
              <a:defRPr sz="2800"/>
            </a:lvl1pPr>
            <a:lvl2pPr lvl="1" algn="ctr">
              <a:lnSpc>
                <a:spcPct val="100000"/>
              </a:lnSpc>
              <a:spcBef>
                <a:spcPts val="800"/>
              </a:spcBef>
              <a:spcAft>
                <a:spcPts val="0"/>
              </a:spcAft>
              <a:buSzPts val="2800"/>
              <a:buNone/>
              <a:defRPr sz="2800"/>
            </a:lvl2pPr>
            <a:lvl3pPr lvl="2" algn="ctr">
              <a:lnSpc>
                <a:spcPct val="100000"/>
              </a:lnSpc>
              <a:spcBef>
                <a:spcPts val="800"/>
              </a:spcBef>
              <a:spcAft>
                <a:spcPts val="0"/>
              </a:spcAft>
              <a:buSzPts val="2800"/>
              <a:buNone/>
              <a:defRPr sz="2800"/>
            </a:lvl3pPr>
            <a:lvl4pPr lvl="3" algn="ctr">
              <a:lnSpc>
                <a:spcPct val="100000"/>
              </a:lnSpc>
              <a:spcBef>
                <a:spcPts val="800"/>
              </a:spcBef>
              <a:spcAft>
                <a:spcPts val="0"/>
              </a:spcAft>
              <a:buSzPts val="2800"/>
              <a:buNone/>
              <a:defRPr sz="2800"/>
            </a:lvl4pPr>
            <a:lvl5pPr lvl="4" algn="ctr">
              <a:lnSpc>
                <a:spcPct val="100000"/>
              </a:lnSpc>
              <a:spcBef>
                <a:spcPts val="800"/>
              </a:spcBef>
              <a:spcAft>
                <a:spcPts val="0"/>
              </a:spcAft>
              <a:buSzPts val="2800"/>
              <a:buNone/>
              <a:defRPr sz="2800"/>
            </a:lvl5pPr>
            <a:lvl6pPr lvl="5" algn="ctr">
              <a:lnSpc>
                <a:spcPct val="100000"/>
              </a:lnSpc>
              <a:spcBef>
                <a:spcPts val="800"/>
              </a:spcBef>
              <a:spcAft>
                <a:spcPts val="0"/>
              </a:spcAft>
              <a:buSzPts val="2800"/>
              <a:buNone/>
              <a:defRPr sz="2800"/>
            </a:lvl6pPr>
            <a:lvl7pPr lvl="6" algn="ctr">
              <a:lnSpc>
                <a:spcPct val="100000"/>
              </a:lnSpc>
              <a:spcBef>
                <a:spcPts val="800"/>
              </a:spcBef>
              <a:spcAft>
                <a:spcPts val="0"/>
              </a:spcAft>
              <a:buSzPts val="2800"/>
              <a:buNone/>
              <a:defRPr sz="2800"/>
            </a:lvl7pPr>
            <a:lvl8pPr lvl="7" algn="ctr">
              <a:lnSpc>
                <a:spcPct val="100000"/>
              </a:lnSpc>
              <a:spcBef>
                <a:spcPts val="800"/>
              </a:spcBef>
              <a:spcAft>
                <a:spcPts val="0"/>
              </a:spcAft>
              <a:buSzPts val="2800"/>
              <a:buNone/>
              <a:defRPr sz="2800"/>
            </a:lvl8pPr>
            <a:lvl9pPr lvl="8" algn="ctr">
              <a:lnSpc>
                <a:spcPct val="100000"/>
              </a:lnSpc>
              <a:spcBef>
                <a:spcPts val="800"/>
              </a:spcBef>
              <a:spcAft>
                <a:spcPts val="0"/>
              </a:spcAft>
              <a:buSzPts val="2800"/>
              <a:buNone/>
              <a:defRPr sz="2800"/>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417" name="Shape 1417"/>
        <p:cNvGrpSpPr/>
        <p:nvPr/>
      </p:nvGrpSpPr>
      <p:grpSpPr>
        <a:xfrm>
          <a:off x="0" y="0"/>
          <a:ext cx="0" cy="0"/>
          <a:chOff x="0" y="0"/>
          <a:chExt cx="0" cy="0"/>
        </a:xfrm>
      </p:grpSpPr>
      <p:sp>
        <p:nvSpPr>
          <p:cNvPr id="1418" name="Google Shape;1418;p80"/>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419" name="Google Shape;1419;p80"/>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100"/>
              <a:buNone/>
              <a:defRPr sz="2100"/>
            </a:lvl1pPr>
            <a:lvl2pPr lvl="1" algn="ctr">
              <a:lnSpc>
                <a:spcPct val="100000"/>
              </a:lnSpc>
              <a:spcBef>
                <a:spcPts val="800"/>
              </a:spcBef>
              <a:spcAft>
                <a:spcPts val="0"/>
              </a:spcAft>
              <a:buSzPts val="2100"/>
              <a:buNone/>
              <a:defRPr sz="2100"/>
            </a:lvl2pPr>
            <a:lvl3pPr lvl="2" algn="ctr">
              <a:lnSpc>
                <a:spcPct val="100000"/>
              </a:lnSpc>
              <a:spcBef>
                <a:spcPts val="800"/>
              </a:spcBef>
              <a:spcAft>
                <a:spcPts val="0"/>
              </a:spcAft>
              <a:buSzPts val="2100"/>
              <a:buNone/>
              <a:defRPr sz="2100"/>
            </a:lvl3pPr>
            <a:lvl4pPr lvl="3" algn="ctr">
              <a:lnSpc>
                <a:spcPct val="100000"/>
              </a:lnSpc>
              <a:spcBef>
                <a:spcPts val="800"/>
              </a:spcBef>
              <a:spcAft>
                <a:spcPts val="0"/>
              </a:spcAft>
              <a:buSzPts val="2100"/>
              <a:buNone/>
              <a:defRPr sz="2100"/>
            </a:lvl4pPr>
            <a:lvl5pPr lvl="4" algn="ctr">
              <a:lnSpc>
                <a:spcPct val="100000"/>
              </a:lnSpc>
              <a:spcBef>
                <a:spcPts val="800"/>
              </a:spcBef>
              <a:spcAft>
                <a:spcPts val="0"/>
              </a:spcAft>
              <a:buSzPts val="2100"/>
              <a:buNone/>
              <a:defRPr sz="2100"/>
            </a:lvl5pPr>
            <a:lvl6pPr lvl="5" algn="ctr">
              <a:lnSpc>
                <a:spcPct val="100000"/>
              </a:lnSpc>
              <a:spcBef>
                <a:spcPts val="800"/>
              </a:spcBef>
              <a:spcAft>
                <a:spcPts val="0"/>
              </a:spcAft>
              <a:buSzPts val="2100"/>
              <a:buNone/>
              <a:defRPr sz="2100"/>
            </a:lvl6pPr>
            <a:lvl7pPr lvl="6" algn="ctr">
              <a:lnSpc>
                <a:spcPct val="100000"/>
              </a:lnSpc>
              <a:spcBef>
                <a:spcPts val="800"/>
              </a:spcBef>
              <a:spcAft>
                <a:spcPts val="0"/>
              </a:spcAft>
              <a:buSzPts val="2100"/>
              <a:buNone/>
              <a:defRPr sz="2100"/>
            </a:lvl7pPr>
            <a:lvl8pPr lvl="7" algn="ctr">
              <a:lnSpc>
                <a:spcPct val="100000"/>
              </a:lnSpc>
              <a:spcBef>
                <a:spcPts val="800"/>
              </a:spcBef>
              <a:spcAft>
                <a:spcPts val="0"/>
              </a:spcAft>
              <a:buSzPts val="2100"/>
              <a:buNone/>
              <a:defRPr sz="2100"/>
            </a:lvl8pPr>
            <a:lvl9pPr lvl="8" algn="ctr">
              <a:lnSpc>
                <a:spcPct val="100000"/>
              </a:lnSpc>
              <a:spcBef>
                <a:spcPts val="800"/>
              </a:spcBef>
              <a:spcAft>
                <a:spcPts val="0"/>
              </a:spcAft>
              <a:buSzPts val="2100"/>
              <a:buNone/>
              <a:defRPr sz="2100"/>
            </a:lvl9pPr>
          </a:lstStyle>
          <a:p/>
        </p:txBody>
      </p:sp>
      <p:sp>
        <p:nvSpPr>
          <p:cNvPr id="1420" name="Google Shape;1420;p80"/>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421" name="Shape 14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80" Type="http://schemas.openxmlformats.org/officeDocument/2006/relationships/slideLayout" Target="../slideLayouts/slideLayout80.xml"/><Relationship Id="rId81"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31" Type="http://schemas.openxmlformats.org/officeDocument/2006/relationships/slideLayout" Target="../slideLayouts/slideLayout31.xml"/><Relationship Id="rId75" Type="http://schemas.openxmlformats.org/officeDocument/2006/relationships/slideLayout" Target="../slideLayouts/slideLayout75.xml"/><Relationship Id="rId30" Type="http://schemas.openxmlformats.org/officeDocument/2006/relationships/slideLayout" Target="../slideLayouts/slideLayout30.xml"/><Relationship Id="rId74" Type="http://schemas.openxmlformats.org/officeDocument/2006/relationships/slideLayout" Target="../slideLayouts/slideLayout74.xml"/><Relationship Id="rId33" Type="http://schemas.openxmlformats.org/officeDocument/2006/relationships/slideLayout" Target="../slideLayouts/slideLayout33.xml"/><Relationship Id="rId77" Type="http://schemas.openxmlformats.org/officeDocument/2006/relationships/slideLayout" Target="../slideLayouts/slideLayout77.xml"/><Relationship Id="rId32" Type="http://schemas.openxmlformats.org/officeDocument/2006/relationships/slideLayout" Target="../slideLayouts/slideLayout32.xml"/><Relationship Id="rId76" Type="http://schemas.openxmlformats.org/officeDocument/2006/relationships/slideLayout" Target="../slideLayouts/slideLayout76.xml"/><Relationship Id="rId35" Type="http://schemas.openxmlformats.org/officeDocument/2006/relationships/slideLayout" Target="../slideLayouts/slideLayout35.xml"/><Relationship Id="rId79" Type="http://schemas.openxmlformats.org/officeDocument/2006/relationships/slideLayout" Target="../slideLayouts/slideLayout79.xml"/><Relationship Id="rId34" Type="http://schemas.openxmlformats.org/officeDocument/2006/relationships/slideLayout" Target="../slideLayouts/slideLayout34.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66" Type="http://schemas.openxmlformats.org/officeDocument/2006/relationships/slideLayout" Target="../slideLayouts/slideLayout66.xml"/><Relationship Id="rId21" Type="http://schemas.openxmlformats.org/officeDocument/2006/relationships/slideLayout" Target="../slideLayouts/slideLayout21.xml"/><Relationship Id="rId65" Type="http://schemas.openxmlformats.org/officeDocument/2006/relationships/slideLayout" Target="../slideLayouts/slideLayout65.xml"/><Relationship Id="rId24" Type="http://schemas.openxmlformats.org/officeDocument/2006/relationships/slideLayout" Target="../slideLayouts/slideLayout24.xml"/><Relationship Id="rId68" Type="http://schemas.openxmlformats.org/officeDocument/2006/relationships/slideLayout" Target="../slideLayouts/slideLayout68.xml"/><Relationship Id="rId23" Type="http://schemas.openxmlformats.org/officeDocument/2006/relationships/slideLayout" Target="../slideLayouts/slideLayout23.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69" Type="http://schemas.openxmlformats.org/officeDocument/2006/relationships/slideLayout" Target="../slideLayouts/slideLayout6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800"/>
              </a:spcBef>
              <a:spcAft>
                <a:spcPts val="80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 name="Google Shape;7;p1"/>
          <p:cNvSpPr txBox="1"/>
          <p:nvPr>
            <p:ph type="title"/>
          </p:nvPr>
        </p:nvSpPr>
        <p:spPr>
          <a:xfrm>
            <a:off x="228600" y="369300"/>
            <a:ext cx="6480300" cy="587700"/>
          </a:xfrm>
          <a:prstGeom prst="rect">
            <a:avLst/>
          </a:prstGeom>
          <a:noFill/>
          <a:ln>
            <a:noFill/>
          </a:ln>
        </p:spPr>
        <p:txBody>
          <a:bodyPr anchorCtr="0" anchor="t" bIns="91425" lIns="91425" spcFirstLastPara="1" rIns="91425" wrap="square" tIns="91425">
            <a:spAutoFit/>
          </a:bodyPr>
          <a:lstStyle>
            <a:lvl1pPr lvl="0">
              <a:lnSpc>
                <a:spcPct val="90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1pPr>
            <a:lvl2pPr lvl="1">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2pPr>
            <a:lvl3pPr lvl="2">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3pPr>
            <a:lvl4pPr lvl="3">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4pPr>
            <a:lvl5pPr lvl="4">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5pPr>
            <a:lvl6pPr lvl="5">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6pPr>
            <a:lvl7pPr lvl="6">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7pPr>
            <a:lvl8pPr lvl="7">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8pPr>
            <a:lvl9pPr lvl="8">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82"/>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p>
            <a:pPr indent="0" lvl="0" marL="0" rtl="0" algn="l">
              <a:lnSpc>
                <a:spcPct val="85000"/>
              </a:lnSpc>
              <a:spcBef>
                <a:spcPts val="0"/>
              </a:spcBef>
              <a:spcAft>
                <a:spcPts val="0"/>
              </a:spcAft>
              <a:buSzPts val="990"/>
              <a:buNone/>
            </a:pPr>
            <a:r>
              <a:rPr lang="en" sz="5030"/>
              <a:t>Proompting</a:t>
            </a:r>
            <a:endParaRPr sz="5030"/>
          </a:p>
        </p:txBody>
      </p:sp>
      <p:sp>
        <p:nvSpPr>
          <p:cNvPr id="1427" name="Google Shape;1427;p82"/>
          <p:cNvSpPr txBox="1"/>
          <p:nvPr>
            <p:ph idx="1" type="subTitle"/>
          </p:nvPr>
        </p:nvSpPr>
        <p:spPr>
          <a:xfrm>
            <a:off x="521550" y="2782850"/>
            <a:ext cx="8100900" cy="338700"/>
          </a:xfrm>
          <a:prstGeom prst="rect">
            <a:avLst/>
          </a:prstGeom>
        </p:spPr>
        <p:txBody>
          <a:bodyPr anchorCtr="0" anchor="t" bIns="91425" lIns="274300" spcFirstLastPara="1" rIns="182875" wrap="square" tIns="91425">
            <a:normAutofit/>
          </a:bodyPr>
          <a:lstStyle/>
          <a:p>
            <a:pPr indent="0" lvl="0" marL="0" rtl="0" algn="l">
              <a:lnSpc>
                <a:spcPct val="115000"/>
              </a:lnSpc>
              <a:spcBef>
                <a:spcPts val="0"/>
              </a:spcBef>
              <a:spcAft>
                <a:spcPts val="0"/>
              </a:spcAft>
              <a:buSzPts val="1000"/>
              <a:buNone/>
            </a:pPr>
            <a:r>
              <a:rPr lang="en"/>
              <a:t>Anything AI</a:t>
            </a:r>
            <a:endParaRPr/>
          </a:p>
        </p:txBody>
      </p:sp>
      <p:sp>
        <p:nvSpPr>
          <p:cNvPr id="1428" name="Google Shape;1428;p82"/>
          <p:cNvSpPr txBox="1"/>
          <p:nvPr>
            <p:ph idx="2" type="subTitle"/>
          </p:nvPr>
        </p:nvSpPr>
        <p:spPr>
          <a:xfrm>
            <a:off x="518400" y="3609525"/>
            <a:ext cx="6710400" cy="1010100"/>
          </a:xfrm>
          <a:prstGeom prst="rect">
            <a:avLst/>
          </a:prstGeom>
        </p:spPr>
        <p:txBody>
          <a:bodyPr anchorCtr="0" anchor="ctr" bIns="91425" lIns="274300" spcFirstLastPara="1" rIns="274300" wrap="square" tIns="91425">
            <a:normAutofit/>
          </a:bodyPr>
          <a:lstStyle/>
          <a:p>
            <a:pPr indent="0" lvl="0" marL="0" rtl="0" algn="l">
              <a:lnSpc>
                <a:spcPct val="115000"/>
              </a:lnSpc>
              <a:spcBef>
                <a:spcPts val="0"/>
              </a:spcBef>
              <a:spcAft>
                <a:spcPts val="0"/>
              </a:spcAft>
              <a:buSzPts val="1000"/>
              <a:buNone/>
            </a:pPr>
            <a:r>
              <a:rPr lang="en"/>
              <a:t>Copyright 2026</a:t>
            </a:r>
            <a:endParaRPr/>
          </a:p>
        </p:txBody>
      </p:sp>
      <p:sp>
        <p:nvSpPr>
          <p:cNvPr id="1429" name="Google Shape;1429;p82"/>
          <p:cNvSpPr txBox="1"/>
          <p:nvPr>
            <p:ph idx="3" type="subTitle"/>
          </p:nvPr>
        </p:nvSpPr>
        <p:spPr>
          <a:xfrm>
            <a:off x="3171350" y="11075"/>
            <a:ext cx="4057500" cy="5082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1000"/>
              <a:buNone/>
            </a:pPr>
            <a:r>
              <a:rPr lang="en"/>
              <a:t>February 26</a:t>
            </a:r>
            <a:endParaRPr/>
          </a:p>
        </p:txBody>
      </p:sp>
      <p:sp>
        <p:nvSpPr>
          <p:cNvPr id="1430" name="Google Shape;1430;p82"/>
          <p:cNvSpPr txBox="1"/>
          <p:nvPr>
            <p:ph idx="4" type="subTitle"/>
          </p:nvPr>
        </p:nvSpPr>
        <p:spPr>
          <a:xfrm>
            <a:off x="7228800" y="11075"/>
            <a:ext cx="1393800" cy="5082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1000"/>
              <a:buNone/>
            </a:pPr>
            <a:r>
              <a:rPr lang="en"/>
              <a:t>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4" name="Shape 1434"/>
        <p:cNvGrpSpPr/>
        <p:nvPr/>
      </p:nvGrpSpPr>
      <p:grpSpPr>
        <a:xfrm>
          <a:off x="0" y="0"/>
          <a:ext cx="0" cy="0"/>
          <a:chOff x="0" y="0"/>
          <a:chExt cx="0" cy="0"/>
        </a:xfrm>
      </p:grpSpPr>
      <p:cxnSp>
        <p:nvCxnSpPr>
          <p:cNvPr id="1435" name="Google Shape;1435;p8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436" name="Google Shape;1436;p8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grpSp>
        <p:nvGrpSpPr>
          <p:cNvPr id="1437" name="Google Shape;1437;p83"/>
          <p:cNvGrpSpPr/>
          <p:nvPr/>
        </p:nvGrpSpPr>
        <p:grpSpPr>
          <a:xfrm rot="5400000">
            <a:off x="596065" y="4459673"/>
            <a:ext cx="369896" cy="333900"/>
            <a:chOff x="96076" y="654376"/>
            <a:chExt cx="369896" cy="333900"/>
          </a:xfrm>
        </p:grpSpPr>
        <p:cxnSp>
          <p:nvCxnSpPr>
            <p:cNvPr id="1438" name="Google Shape;1438;p8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439" name="Google Shape;1439;p8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440" name="Google Shape;1440;p8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441" name="Google Shape;1441;p83"/>
          <p:cNvGrpSpPr/>
          <p:nvPr/>
        </p:nvGrpSpPr>
        <p:grpSpPr>
          <a:xfrm rot="5400000">
            <a:off x="596065" y="3723173"/>
            <a:ext cx="369896" cy="333900"/>
            <a:chOff x="96076" y="654376"/>
            <a:chExt cx="369896" cy="333900"/>
          </a:xfrm>
        </p:grpSpPr>
        <p:cxnSp>
          <p:nvCxnSpPr>
            <p:cNvPr id="1442" name="Google Shape;1442;p8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443" name="Google Shape;1443;p8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444" name="Google Shape;1444;p8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445" name="Google Shape;1445;p83"/>
          <p:cNvGrpSpPr/>
          <p:nvPr/>
        </p:nvGrpSpPr>
        <p:grpSpPr>
          <a:xfrm rot="5400000">
            <a:off x="596065" y="2986673"/>
            <a:ext cx="369896" cy="333900"/>
            <a:chOff x="96076" y="654376"/>
            <a:chExt cx="369896" cy="333900"/>
          </a:xfrm>
        </p:grpSpPr>
        <p:cxnSp>
          <p:nvCxnSpPr>
            <p:cNvPr id="1446" name="Google Shape;1446;p8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447" name="Google Shape;1447;p8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448" name="Google Shape;1448;p8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449" name="Google Shape;1449;p83"/>
          <p:cNvGrpSpPr/>
          <p:nvPr/>
        </p:nvGrpSpPr>
        <p:grpSpPr>
          <a:xfrm rot="5400000">
            <a:off x="596065" y="2250173"/>
            <a:ext cx="369896" cy="333900"/>
            <a:chOff x="96076" y="654376"/>
            <a:chExt cx="369896" cy="333900"/>
          </a:xfrm>
        </p:grpSpPr>
        <p:cxnSp>
          <p:nvCxnSpPr>
            <p:cNvPr id="1450" name="Google Shape;1450;p8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451" name="Google Shape;1451;p8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452" name="Google Shape;1452;p8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453" name="Google Shape;1453;p83"/>
          <p:cNvGrpSpPr/>
          <p:nvPr/>
        </p:nvGrpSpPr>
        <p:grpSpPr>
          <a:xfrm rot="5400000">
            <a:off x="594827" y="1513673"/>
            <a:ext cx="369896" cy="333900"/>
            <a:chOff x="96076" y="654376"/>
            <a:chExt cx="369896" cy="333900"/>
          </a:xfrm>
        </p:grpSpPr>
        <p:cxnSp>
          <p:nvCxnSpPr>
            <p:cNvPr id="1454" name="Google Shape;1454;p8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455" name="Google Shape;1455;p8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456" name="Google Shape;1456;p8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457" name="Google Shape;1457;p83"/>
          <p:cNvGrpSpPr/>
          <p:nvPr/>
        </p:nvGrpSpPr>
        <p:grpSpPr>
          <a:xfrm rot="5400000">
            <a:off x="594827" y="777173"/>
            <a:ext cx="369896" cy="333900"/>
            <a:chOff x="96076" y="654376"/>
            <a:chExt cx="369896" cy="333900"/>
          </a:xfrm>
        </p:grpSpPr>
        <p:cxnSp>
          <p:nvCxnSpPr>
            <p:cNvPr id="1458" name="Google Shape;1458;p8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459" name="Google Shape;1459;p8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460" name="Google Shape;1460;p8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1461" name="Google Shape;1461;p83"/>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462" name="Google Shape;1462;p83"/>
          <p:cNvCxnSpPr/>
          <p:nvPr/>
        </p:nvCxnSpPr>
        <p:spPr>
          <a:xfrm>
            <a:off x="1045950" y="2053193"/>
            <a:ext cx="8098500" cy="0"/>
          </a:xfrm>
          <a:prstGeom prst="straightConnector1">
            <a:avLst/>
          </a:prstGeom>
          <a:noFill/>
          <a:ln cap="flat" cmpd="sng" w="9525">
            <a:solidFill>
              <a:schemeClr val="lt1"/>
            </a:solidFill>
            <a:prstDash val="solid"/>
            <a:round/>
            <a:headEnd len="sm" w="sm" type="none"/>
            <a:tailEnd len="sm" w="sm" type="none"/>
          </a:ln>
        </p:spPr>
      </p:cxnSp>
      <p:cxnSp>
        <p:nvCxnSpPr>
          <p:cNvPr id="1463" name="Google Shape;1463;p83"/>
          <p:cNvCxnSpPr/>
          <p:nvPr/>
        </p:nvCxnSpPr>
        <p:spPr>
          <a:xfrm>
            <a:off x="1045950" y="2800742"/>
            <a:ext cx="8098500" cy="0"/>
          </a:xfrm>
          <a:prstGeom prst="straightConnector1">
            <a:avLst/>
          </a:prstGeom>
          <a:noFill/>
          <a:ln cap="flat" cmpd="sng" w="9525">
            <a:solidFill>
              <a:schemeClr val="lt1"/>
            </a:solidFill>
            <a:prstDash val="solid"/>
            <a:round/>
            <a:headEnd len="sm" w="sm" type="none"/>
            <a:tailEnd len="sm" w="sm" type="none"/>
          </a:ln>
        </p:spPr>
      </p:cxnSp>
      <p:cxnSp>
        <p:nvCxnSpPr>
          <p:cNvPr id="1464" name="Google Shape;1464;p83"/>
          <p:cNvCxnSpPr/>
          <p:nvPr/>
        </p:nvCxnSpPr>
        <p:spPr>
          <a:xfrm>
            <a:off x="1045950" y="3542475"/>
            <a:ext cx="8098500" cy="0"/>
          </a:xfrm>
          <a:prstGeom prst="straightConnector1">
            <a:avLst/>
          </a:prstGeom>
          <a:noFill/>
          <a:ln cap="flat" cmpd="sng" w="9525">
            <a:solidFill>
              <a:schemeClr val="lt1"/>
            </a:solidFill>
            <a:prstDash val="solid"/>
            <a:round/>
            <a:headEnd len="sm" w="sm" type="none"/>
            <a:tailEnd len="sm" w="sm" type="none"/>
          </a:ln>
        </p:spPr>
      </p:cxnSp>
      <p:cxnSp>
        <p:nvCxnSpPr>
          <p:cNvPr id="1465" name="Google Shape;1465;p83"/>
          <p:cNvCxnSpPr/>
          <p:nvPr/>
        </p:nvCxnSpPr>
        <p:spPr>
          <a:xfrm>
            <a:off x="1045950" y="4297588"/>
            <a:ext cx="8098500" cy="0"/>
          </a:xfrm>
          <a:prstGeom prst="straightConnector1">
            <a:avLst/>
          </a:prstGeom>
          <a:noFill/>
          <a:ln cap="flat" cmpd="sng" w="9525">
            <a:solidFill>
              <a:schemeClr val="lt1"/>
            </a:solidFill>
            <a:prstDash val="solid"/>
            <a:round/>
            <a:headEnd len="sm" w="sm" type="none"/>
            <a:tailEnd len="sm" w="sm" type="none"/>
          </a:ln>
        </p:spPr>
      </p:cxnSp>
      <p:cxnSp>
        <p:nvCxnSpPr>
          <p:cNvPr id="1466" name="Google Shape;1466;p83"/>
          <p:cNvCxnSpPr/>
          <p:nvPr/>
        </p:nvCxnSpPr>
        <p:spPr>
          <a:xfrm>
            <a:off x="1045950" y="1307575"/>
            <a:ext cx="8098500" cy="0"/>
          </a:xfrm>
          <a:prstGeom prst="straightConnector1">
            <a:avLst/>
          </a:prstGeom>
          <a:noFill/>
          <a:ln cap="flat" cmpd="sng" w="9525">
            <a:solidFill>
              <a:schemeClr val="lt1"/>
            </a:solidFill>
            <a:prstDash val="solid"/>
            <a:round/>
            <a:headEnd len="sm" w="sm" type="none"/>
            <a:tailEnd len="sm" w="sm" type="none"/>
          </a:ln>
        </p:spPr>
      </p:cxnSp>
      <p:cxnSp>
        <p:nvCxnSpPr>
          <p:cNvPr id="1467" name="Google Shape;1467;p83"/>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468" name="Google Shape;1468;p83"/>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sp>
        <p:nvSpPr>
          <p:cNvPr id="1469" name="Google Shape;1469;p83"/>
          <p:cNvSpPr txBox="1"/>
          <p:nvPr>
            <p:ph idx="2" type="subTitle"/>
          </p:nvPr>
        </p:nvSpPr>
        <p:spPr>
          <a:xfrm>
            <a:off x="1040700" y="-175"/>
            <a:ext cx="2930100" cy="335100"/>
          </a:xfrm>
          <a:prstGeom prst="rect">
            <a:avLst/>
          </a:prstGeom>
        </p:spPr>
        <p:txBody>
          <a:bodyPr anchorCtr="0" anchor="ctr" bIns="91425" lIns="274300" spcFirstLastPara="1" rIns="91425" wrap="square" tIns="91425">
            <a:normAutofit/>
          </a:bodyPr>
          <a:lstStyle/>
          <a:p>
            <a:pPr indent="0" lvl="0" marL="0" rtl="0" algn="l">
              <a:lnSpc>
                <a:spcPct val="115000"/>
              </a:lnSpc>
              <a:spcBef>
                <a:spcPts val="0"/>
              </a:spcBef>
              <a:spcAft>
                <a:spcPts val="0"/>
              </a:spcAft>
              <a:buSzPts val="800"/>
              <a:buNone/>
            </a:pPr>
            <a:r>
              <a:rPr lang="en"/>
              <a:t>Anything</a:t>
            </a:r>
            <a:endParaRPr/>
          </a:p>
        </p:txBody>
      </p:sp>
      <p:sp>
        <p:nvSpPr>
          <p:cNvPr id="1470" name="Google Shape;1470;p83"/>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800"/>
              <a:buNone/>
            </a:pPr>
            <a:r>
              <a:t/>
            </a:r>
            <a:endParaRPr/>
          </a:p>
        </p:txBody>
      </p:sp>
      <p:sp>
        <p:nvSpPr>
          <p:cNvPr id="1471" name="Google Shape;1471;p83"/>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800"/>
              <a:buNone/>
            </a:pPr>
            <a:r>
              <a:rPr lang="en"/>
              <a:t>2026</a:t>
            </a:r>
            <a:endParaRPr/>
          </a:p>
        </p:txBody>
      </p:sp>
      <p:sp>
        <p:nvSpPr>
          <p:cNvPr id="1472" name="Google Shape;1472;p83"/>
          <p:cNvSpPr txBox="1"/>
          <p:nvPr>
            <p:ph idx="1" type="subTitle"/>
          </p:nvPr>
        </p:nvSpPr>
        <p:spPr>
          <a:xfrm>
            <a:off x="1041050" y="334925"/>
            <a:ext cx="7581900" cy="329700"/>
          </a:xfrm>
          <a:prstGeom prst="rect">
            <a:avLst/>
          </a:prstGeom>
        </p:spPr>
        <p:txBody>
          <a:bodyPr anchorCtr="0" anchor="ctr" bIns="0" lIns="274300" spcFirstLastPara="1" rIns="91425" wrap="square" tIns="91425">
            <a:normAutofit/>
          </a:bodyPr>
          <a:lstStyle/>
          <a:p>
            <a:pPr indent="0" lvl="0" marL="0" rtl="0" algn="l">
              <a:lnSpc>
                <a:spcPct val="115000"/>
              </a:lnSpc>
              <a:spcBef>
                <a:spcPts val="0"/>
              </a:spcBef>
              <a:spcAft>
                <a:spcPts val="0"/>
              </a:spcAft>
              <a:buSzPts val="1000"/>
              <a:buNone/>
            </a:pPr>
            <a:r>
              <a:rPr lang="en"/>
              <a:t>Today’s agenda</a:t>
            </a:r>
            <a:endParaRPr/>
          </a:p>
        </p:txBody>
      </p:sp>
      <p:sp>
        <p:nvSpPr>
          <p:cNvPr id="1473" name="Google Shape;1473;p83"/>
          <p:cNvSpPr txBox="1"/>
          <p:nvPr>
            <p:ph type="title"/>
          </p:nvPr>
        </p:nvSpPr>
        <p:spPr>
          <a:xfrm flipH="1">
            <a:off x="1040775" y="1307575"/>
            <a:ext cx="7581900" cy="745500"/>
          </a:xfrm>
          <a:prstGeom prst="rect">
            <a:avLst/>
          </a:prstGeom>
        </p:spPr>
        <p:txBody>
          <a:bodyPr anchorCtr="0" anchor="ctr" bIns="91425" lIns="274300" spcFirstLastPara="1" rIns="91425" wrap="square" tIns="91425">
            <a:normAutofit/>
          </a:bodyPr>
          <a:lstStyle/>
          <a:p>
            <a:pPr indent="0" lvl="0" marL="0" rtl="0" algn="l">
              <a:lnSpc>
                <a:spcPct val="100000"/>
              </a:lnSpc>
              <a:spcBef>
                <a:spcPts val="0"/>
              </a:spcBef>
              <a:spcAft>
                <a:spcPts val="0"/>
              </a:spcAft>
              <a:buSzPts val="2400"/>
              <a:buNone/>
            </a:pPr>
            <a:r>
              <a:rPr lang="en"/>
              <a:t>Predicting the Next Token</a:t>
            </a:r>
            <a:endParaRPr/>
          </a:p>
        </p:txBody>
      </p:sp>
      <p:sp>
        <p:nvSpPr>
          <p:cNvPr id="1474" name="Google Shape;1474;p83"/>
          <p:cNvSpPr txBox="1"/>
          <p:nvPr>
            <p:ph idx="5" type="title"/>
          </p:nvPr>
        </p:nvSpPr>
        <p:spPr>
          <a:xfrm flipH="1">
            <a:off x="1040775" y="2053325"/>
            <a:ext cx="7581900" cy="747300"/>
          </a:xfrm>
          <a:prstGeom prst="rect">
            <a:avLst/>
          </a:prstGeom>
        </p:spPr>
        <p:txBody>
          <a:bodyPr anchorCtr="0" anchor="ctr" bIns="91425" lIns="274300" spcFirstLastPara="1" rIns="91425" wrap="square" tIns="91425">
            <a:normAutofit/>
          </a:bodyPr>
          <a:lstStyle/>
          <a:p>
            <a:pPr indent="0" lvl="0" marL="0" rtl="0" algn="l">
              <a:lnSpc>
                <a:spcPct val="100000"/>
              </a:lnSpc>
              <a:spcBef>
                <a:spcPts val="0"/>
              </a:spcBef>
              <a:spcAft>
                <a:spcPts val="0"/>
              </a:spcAft>
              <a:buSzPts val="2400"/>
              <a:buNone/>
            </a:pPr>
            <a:r>
              <a:rPr lang="en"/>
              <a:t>Gemini models</a:t>
            </a:r>
            <a:endParaRPr/>
          </a:p>
        </p:txBody>
      </p:sp>
      <p:sp>
        <p:nvSpPr>
          <p:cNvPr id="1475" name="Google Shape;1475;p83"/>
          <p:cNvSpPr txBox="1"/>
          <p:nvPr>
            <p:ph idx="6" type="title"/>
          </p:nvPr>
        </p:nvSpPr>
        <p:spPr>
          <a:xfrm flipH="1">
            <a:off x="1040775" y="2800750"/>
            <a:ext cx="7581900" cy="741900"/>
          </a:xfrm>
          <a:prstGeom prst="rect">
            <a:avLst/>
          </a:prstGeom>
        </p:spPr>
        <p:txBody>
          <a:bodyPr anchorCtr="0" anchor="ctr" bIns="91425" lIns="274300" spcFirstLastPara="1" rIns="91425" wrap="square" tIns="91425">
            <a:normAutofit/>
          </a:bodyPr>
          <a:lstStyle/>
          <a:p>
            <a:pPr indent="0" lvl="0" marL="0" rtl="0" algn="l">
              <a:lnSpc>
                <a:spcPct val="100000"/>
              </a:lnSpc>
              <a:spcBef>
                <a:spcPts val="0"/>
              </a:spcBef>
              <a:spcAft>
                <a:spcPts val="0"/>
              </a:spcAft>
              <a:buSzPts val="2400"/>
              <a:buNone/>
            </a:pPr>
            <a:r>
              <a:rPr lang="en"/>
              <a:t>OpenAI models</a:t>
            </a:r>
            <a:endParaRPr/>
          </a:p>
        </p:txBody>
      </p:sp>
      <p:sp>
        <p:nvSpPr>
          <p:cNvPr id="1476" name="Google Shape;1476;p83"/>
          <p:cNvSpPr txBox="1"/>
          <p:nvPr>
            <p:ph idx="7" type="title"/>
          </p:nvPr>
        </p:nvSpPr>
        <p:spPr>
          <a:xfrm flipH="1">
            <a:off x="1040775" y="3542475"/>
            <a:ext cx="7581900" cy="755100"/>
          </a:xfrm>
          <a:prstGeom prst="rect">
            <a:avLst/>
          </a:prstGeom>
        </p:spPr>
        <p:txBody>
          <a:bodyPr anchorCtr="0" anchor="ctr" bIns="91425" lIns="274300" spcFirstLastPara="1" rIns="91425" wrap="square" tIns="91425">
            <a:normAutofit/>
          </a:bodyPr>
          <a:lstStyle/>
          <a:p>
            <a:pPr indent="0" lvl="0" marL="0" rtl="0" algn="l">
              <a:lnSpc>
                <a:spcPct val="100000"/>
              </a:lnSpc>
              <a:spcBef>
                <a:spcPts val="0"/>
              </a:spcBef>
              <a:spcAft>
                <a:spcPts val="0"/>
              </a:spcAft>
              <a:buSzPts val="2400"/>
              <a:buNone/>
            </a:pPr>
            <a:r>
              <a:rPr lang="en"/>
              <a:t>Anthropic models</a:t>
            </a:r>
            <a:endParaRPr/>
          </a:p>
        </p:txBody>
      </p:sp>
      <p:sp>
        <p:nvSpPr>
          <p:cNvPr id="1477" name="Google Shape;1477;p83"/>
          <p:cNvSpPr txBox="1"/>
          <p:nvPr>
            <p:ph idx="8" type="title"/>
          </p:nvPr>
        </p:nvSpPr>
        <p:spPr>
          <a:xfrm flipH="1">
            <a:off x="1040775" y="4297600"/>
            <a:ext cx="7581900" cy="745500"/>
          </a:xfrm>
          <a:prstGeom prst="rect">
            <a:avLst/>
          </a:prstGeom>
        </p:spPr>
        <p:txBody>
          <a:bodyPr anchorCtr="0" anchor="ctr" bIns="91425" lIns="274300" spcFirstLastPara="1" rIns="91425" wrap="square" tIns="91425">
            <a:normAutofit/>
          </a:bodyPr>
          <a:lstStyle/>
          <a:p>
            <a:pPr indent="0" lvl="0" marL="0" rtl="0" algn="l">
              <a:lnSpc>
                <a:spcPct val="100000"/>
              </a:lnSpc>
              <a:spcBef>
                <a:spcPts val="0"/>
              </a:spcBef>
              <a:spcAft>
                <a:spcPts val="0"/>
              </a:spcAft>
              <a:buSzPts val="2400"/>
              <a:buNone/>
            </a:pPr>
            <a:r>
              <a:rPr lang="en"/>
              <a:t>Building a prompt optimizer employee</a:t>
            </a:r>
            <a:endParaRPr/>
          </a:p>
        </p:txBody>
      </p:sp>
      <p:sp>
        <p:nvSpPr>
          <p:cNvPr id="1478" name="Google Shape;1478;p83"/>
          <p:cNvSpPr txBox="1"/>
          <p:nvPr>
            <p:ph idx="9" type="title"/>
          </p:nvPr>
        </p:nvSpPr>
        <p:spPr>
          <a:xfrm flipH="1">
            <a:off x="1040775" y="666250"/>
            <a:ext cx="7581900" cy="641400"/>
          </a:xfrm>
          <a:prstGeom prst="rect">
            <a:avLst/>
          </a:prstGeom>
        </p:spPr>
        <p:txBody>
          <a:bodyPr anchorCtr="0" anchor="ctr" bIns="91425" lIns="274300" spcFirstLastPara="1" rIns="91425" wrap="square" tIns="91425">
            <a:normAutofit/>
          </a:bodyPr>
          <a:lstStyle/>
          <a:p>
            <a:pPr indent="0" lvl="0" marL="0" rtl="0" algn="l">
              <a:lnSpc>
                <a:spcPct val="100000"/>
              </a:lnSpc>
              <a:spcBef>
                <a:spcPts val="0"/>
              </a:spcBef>
              <a:spcAft>
                <a:spcPts val="0"/>
              </a:spcAft>
              <a:buSzPts val="2400"/>
              <a:buNone/>
            </a:pPr>
            <a:r>
              <a:rPr lang="en"/>
              <a:t>Why prompt engineer?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84"/>
          <p:cNvSpPr txBox="1"/>
          <p:nvPr>
            <p:ph idx="4294967295" type="body"/>
          </p:nvPr>
        </p:nvSpPr>
        <p:spPr>
          <a:xfrm>
            <a:off x="4679400" y="1411425"/>
            <a:ext cx="2233200" cy="1139100"/>
          </a:xfrm>
          <a:prstGeom prst="rect">
            <a:avLst/>
          </a:prstGeom>
        </p:spPr>
        <p:txBody>
          <a:bodyPr anchorCtr="0" anchor="t" bIns="91425" lIns="182875" spcFirstLastPara="1" rIns="91425" wrap="square" tIns="182875">
            <a:spAutoFit/>
          </a:bodyPr>
          <a:lstStyle/>
          <a:p>
            <a:pPr indent="0" lvl="0" marL="0" rtl="0" algn="l">
              <a:spcBef>
                <a:spcPts val="0"/>
              </a:spcBef>
              <a:spcAft>
                <a:spcPts val="0"/>
              </a:spcAft>
              <a:buNone/>
            </a:pPr>
            <a:r>
              <a:rPr lang="en" sz="1000"/>
              <a:t>And each company trains their models differently. Different strategies apply based on the model class you’re using.</a:t>
            </a:r>
            <a:endParaRPr sz="1000"/>
          </a:p>
          <a:p>
            <a:pPr indent="0" lvl="0" marL="0" rtl="0" algn="l">
              <a:spcBef>
                <a:spcPts val="0"/>
              </a:spcBef>
              <a:spcAft>
                <a:spcPts val="0"/>
              </a:spcAft>
              <a:buNone/>
            </a:pPr>
            <a:r>
              <a:t/>
            </a:r>
            <a:endParaRPr sz="1000"/>
          </a:p>
        </p:txBody>
      </p:sp>
      <p:cxnSp>
        <p:nvCxnSpPr>
          <p:cNvPr id="1484" name="Google Shape;1484;p84"/>
          <p:cNvCxnSpPr/>
          <p:nvPr/>
        </p:nvCxnSpPr>
        <p:spPr>
          <a:xfrm rot="10800000">
            <a:off x="2445482" y="1411397"/>
            <a:ext cx="6699600" cy="0"/>
          </a:xfrm>
          <a:prstGeom prst="straightConnector1">
            <a:avLst/>
          </a:prstGeom>
          <a:noFill/>
          <a:ln cap="flat" cmpd="sng" w="9525">
            <a:solidFill>
              <a:schemeClr val="lt1"/>
            </a:solidFill>
            <a:prstDash val="solid"/>
            <a:round/>
            <a:headEnd len="sm" w="sm" type="none"/>
            <a:tailEnd len="sm" w="sm" type="none"/>
          </a:ln>
        </p:spPr>
      </p:cxnSp>
      <p:cxnSp>
        <p:nvCxnSpPr>
          <p:cNvPr id="1485" name="Google Shape;1485;p84"/>
          <p:cNvCxnSpPr/>
          <p:nvPr/>
        </p:nvCxnSpPr>
        <p:spPr>
          <a:xfrm>
            <a:off x="4678739" y="841676"/>
            <a:ext cx="0" cy="4300500"/>
          </a:xfrm>
          <a:prstGeom prst="straightConnector1">
            <a:avLst/>
          </a:prstGeom>
          <a:noFill/>
          <a:ln cap="flat" cmpd="sng" w="9525">
            <a:solidFill>
              <a:schemeClr val="lt1"/>
            </a:solidFill>
            <a:prstDash val="solid"/>
            <a:round/>
            <a:headEnd len="sm" w="sm" type="none"/>
            <a:tailEnd len="sm" w="sm" type="none"/>
          </a:ln>
        </p:spPr>
      </p:cxnSp>
      <p:cxnSp>
        <p:nvCxnSpPr>
          <p:cNvPr id="1486" name="Google Shape;1486;p84"/>
          <p:cNvCxnSpPr/>
          <p:nvPr/>
        </p:nvCxnSpPr>
        <p:spPr>
          <a:xfrm>
            <a:off x="6911751" y="842659"/>
            <a:ext cx="0" cy="4300500"/>
          </a:xfrm>
          <a:prstGeom prst="straightConnector1">
            <a:avLst/>
          </a:prstGeom>
          <a:noFill/>
          <a:ln cap="flat" cmpd="sng" w="9525">
            <a:solidFill>
              <a:schemeClr val="lt1"/>
            </a:solidFill>
            <a:prstDash val="solid"/>
            <a:round/>
            <a:headEnd len="sm" w="sm" type="none"/>
            <a:tailEnd len="sm" w="sm" type="none"/>
          </a:ln>
        </p:spPr>
      </p:cxnSp>
      <p:cxnSp>
        <p:nvCxnSpPr>
          <p:cNvPr id="1487" name="Google Shape;1487;p84"/>
          <p:cNvCxnSpPr/>
          <p:nvPr/>
        </p:nvCxnSpPr>
        <p:spPr>
          <a:xfrm>
            <a:off x="2444725" y="841677"/>
            <a:ext cx="0" cy="4300500"/>
          </a:xfrm>
          <a:prstGeom prst="straightConnector1">
            <a:avLst/>
          </a:prstGeom>
          <a:noFill/>
          <a:ln cap="flat" cmpd="sng" w="9525">
            <a:solidFill>
              <a:schemeClr val="lt1"/>
            </a:solidFill>
            <a:prstDash val="solid"/>
            <a:round/>
            <a:headEnd len="sm" w="sm" type="none"/>
            <a:tailEnd len="sm" w="sm" type="none"/>
          </a:ln>
        </p:spPr>
      </p:cxnSp>
      <p:cxnSp>
        <p:nvCxnSpPr>
          <p:cNvPr id="1488" name="Google Shape;1488;p8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489" name="Google Shape;1489;p84"/>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490" name="Google Shape;1490;p84"/>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cxnSp>
        <p:nvCxnSpPr>
          <p:cNvPr id="1491" name="Google Shape;1491;p84"/>
          <p:cNvCxnSpPr/>
          <p:nvPr/>
        </p:nvCxnSpPr>
        <p:spPr>
          <a:xfrm rot="10800000">
            <a:off x="2445400" y="3013228"/>
            <a:ext cx="6699600" cy="0"/>
          </a:xfrm>
          <a:prstGeom prst="straightConnector1">
            <a:avLst/>
          </a:prstGeom>
          <a:noFill/>
          <a:ln cap="flat" cmpd="sng" w="9525">
            <a:solidFill>
              <a:schemeClr val="lt1"/>
            </a:solidFill>
            <a:prstDash val="solid"/>
            <a:round/>
            <a:headEnd len="sm" w="sm" type="none"/>
            <a:tailEnd len="sm" w="sm" type="none"/>
          </a:ln>
        </p:spPr>
      </p:cxnSp>
      <p:cxnSp>
        <p:nvCxnSpPr>
          <p:cNvPr id="1492" name="Google Shape;1492;p84"/>
          <p:cNvCxnSpPr/>
          <p:nvPr/>
        </p:nvCxnSpPr>
        <p:spPr>
          <a:xfrm rot="10800000">
            <a:off x="2445400" y="3348328"/>
            <a:ext cx="6699600" cy="0"/>
          </a:xfrm>
          <a:prstGeom prst="straightConnector1">
            <a:avLst/>
          </a:prstGeom>
          <a:noFill/>
          <a:ln cap="flat" cmpd="sng" w="9525">
            <a:solidFill>
              <a:schemeClr val="lt1"/>
            </a:solidFill>
            <a:prstDash val="solid"/>
            <a:round/>
            <a:headEnd len="sm" w="sm" type="none"/>
            <a:tailEnd len="sm" w="sm" type="none"/>
          </a:ln>
        </p:spPr>
      </p:cxnSp>
      <p:cxnSp>
        <p:nvCxnSpPr>
          <p:cNvPr id="1493" name="Google Shape;1493;p84"/>
          <p:cNvCxnSpPr/>
          <p:nvPr/>
        </p:nvCxnSpPr>
        <p:spPr>
          <a:xfrm rot="10800000">
            <a:off x="2445400" y="4016628"/>
            <a:ext cx="6699600" cy="0"/>
          </a:xfrm>
          <a:prstGeom prst="straightConnector1">
            <a:avLst/>
          </a:prstGeom>
          <a:noFill/>
          <a:ln cap="flat" cmpd="sng" w="9525">
            <a:solidFill>
              <a:schemeClr val="lt1"/>
            </a:solidFill>
            <a:prstDash val="solid"/>
            <a:round/>
            <a:headEnd len="sm" w="sm" type="none"/>
            <a:tailEnd len="sm" w="sm" type="none"/>
          </a:ln>
        </p:spPr>
      </p:cxnSp>
      <p:cxnSp>
        <p:nvCxnSpPr>
          <p:cNvPr id="1494" name="Google Shape;1494;p84"/>
          <p:cNvCxnSpPr/>
          <p:nvPr/>
        </p:nvCxnSpPr>
        <p:spPr>
          <a:xfrm rot="10800000">
            <a:off x="2445400" y="3681478"/>
            <a:ext cx="6699600" cy="0"/>
          </a:xfrm>
          <a:prstGeom prst="straightConnector1">
            <a:avLst/>
          </a:prstGeom>
          <a:noFill/>
          <a:ln cap="flat" cmpd="sng" w="9525">
            <a:solidFill>
              <a:schemeClr val="lt1"/>
            </a:solidFill>
            <a:prstDash val="solid"/>
            <a:round/>
            <a:headEnd len="sm" w="sm" type="none"/>
            <a:tailEnd len="sm" w="sm" type="none"/>
          </a:ln>
        </p:spPr>
      </p:cxnSp>
      <p:cxnSp>
        <p:nvCxnSpPr>
          <p:cNvPr id="1495" name="Google Shape;1495;p84"/>
          <p:cNvCxnSpPr/>
          <p:nvPr/>
        </p:nvCxnSpPr>
        <p:spPr>
          <a:xfrm rot="10800000">
            <a:off x="2445400" y="4348478"/>
            <a:ext cx="6699600" cy="0"/>
          </a:xfrm>
          <a:prstGeom prst="straightConnector1">
            <a:avLst/>
          </a:prstGeom>
          <a:noFill/>
          <a:ln cap="flat" cmpd="sng" w="9525">
            <a:solidFill>
              <a:schemeClr val="lt1"/>
            </a:solidFill>
            <a:prstDash val="solid"/>
            <a:round/>
            <a:headEnd len="sm" w="sm" type="none"/>
            <a:tailEnd len="sm" w="sm" type="none"/>
          </a:ln>
        </p:spPr>
      </p:cxnSp>
      <p:cxnSp>
        <p:nvCxnSpPr>
          <p:cNvPr id="1496" name="Google Shape;1496;p84"/>
          <p:cNvCxnSpPr/>
          <p:nvPr/>
        </p:nvCxnSpPr>
        <p:spPr>
          <a:xfrm rot="10800000">
            <a:off x="2445400" y="4683678"/>
            <a:ext cx="6699600" cy="0"/>
          </a:xfrm>
          <a:prstGeom prst="straightConnector1">
            <a:avLst/>
          </a:prstGeom>
          <a:noFill/>
          <a:ln cap="flat" cmpd="sng" w="9525">
            <a:solidFill>
              <a:schemeClr val="lt1"/>
            </a:solidFill>
            <a:prstDash val="solid"/>
            <a:round/>
            <a:headEnd len="sm" w="sm" type="none"/>
            <a:tailEnd len="sm" w="sm" type="none"/>
          </a:ln>
        </p:spPr>
      </p:cxnSp>
      <p:sp>
        <p:nvSpPr>
          <p:cNvPr id="1497" name="Google Shape;1497;p84"/>
          <p:cNvSpPr/>
          <p:nvPr/>
        </p:nvSpPr>
        <p:spPr>
          <a:xfrm>
            <a:off x="6916500" y="4352400"/>
            <a:ext cx="1274100" cy="327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1498" name="Google Shape;1498;p84"/>
          <p:cNvSpPr/>
          <p:nvPr/>
        </p:nvSpPr>
        <p:spPr>
          <a:xfrm>
            <a:off x="6916500" y="3684750"/>
            <a:ext cx="1274100" cy="327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1499" name="Google Shape;1499;p84"/>
          <p:cNvSpPr/>
          <p:nvPr/>
        </p:nvSpPr>
        <p:spPr>
          <a:xfrm>
            <a:off x="6916500" y="3017000"/>
            <a:ext cx="1274100" cy="327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1500" name="Google Shape;1500;p84"/>
          <p:cNvSpPr/>
          <p:nvPr/>
        </p:nvSpPr>
        <p:spPr>
          <a:xfrm>
            <a:off x="4682650" y="4352400"/>
            <a:ext cx="1274100" cy="327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1501" name="Google Shape;1501;p84"/>
          <p:cNvSpPr/>
          <p:nvPr/>
        </p:nvSpPr>
        <p:spPr>
          <a:xfrm>
            <a:off x="4682650" y="3684750"/>
            <a:ext cx="1274100" cy="327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1502" name="Google Shape;1502;p84"/>
          <p:cNvSpPr/>
          <p:nvPr/>
        </p:nvSpPr>
        <p:spPr>
          <a:xfrm>
            <a:off x="4682650" y="3017000"/>
            <a:ext cx="1274100" cy="327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1503" name="Google Shape;1503;p84"/>
          <p:cNvSpPr/>
          <p:nvPr/>
        </p:nvSpPr>
        <p:spPr>
          <a:xfrm>
            <a:off x="2449325" y="4352400"/>
            <a:ext cx="1274100" cy="327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1504" name="Google Shape;1504;p84"/>
          <p:cNvSpPr/>
          <p:nvPr/>
        </p:nvSpPr>
        <p:spPr>
          <a:xfrm>
            <a:off x="2449325" y="3684750"/>
            <a:ext cx="1274100" cy="327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1505" name="Google Shape;1505;p84"/>
          <p:cNvSpPr/>
          <p:nvPr/>
        </p:nvSpPr>
        <p:spPr>
          <a:xfrm>
            <a:off x="2449325" y="3017000"/>
            <a:ext cx="1274100" cy="327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1506" name="Google Shape;1506;p84"/>
          <p:cNvSpPr txBox="1"/>
          <p:nvPr>
            <p:ph idx="32" type="title"/>
          </p:nvPr>
        </p:nvSpPr>
        <p:spPr>
          <a:xfrm flipH="1">
            <a:off x="524150" y="334900"/>
            <a:ext cx="6248700" cy="510000"/>
          </a:xfrm>
          <a:prstGeom prst="rect">
            <a:avLst/>
          </a:prstGeom>
        </p:spPr>
        <p:txBody>
          <a:bodyPr anchorCtr="0" anchor="ctr" bIns="91425" lIns="274300" spcFirstLastPara="1" rIns="91425" wrap="square" tIns="91425">
            <a:noAutofit/>
          </a:bodyPr>
          <a:lstStyle/>
          <a:p>
            <a:pPr indent="0" lvl="0" marL="0" rtl="0" algn="l">
              <a:lnSpc>
                <a:spcPct val="100000"/>
              </a:lnSpc>
              <a:spcBef>
                <a:spcPts val="0"/>
              </a:spcBef>
              <a:spcAft>
                <a:spcPts val="0"/>
              </a:spcAft>
              <a:buSzPts val="990"/>
              <a:buNone/>
            </a:pPr>
            <a:r>
              <a:rPr lang="en"/>
              <a:t>Why prompt engineer?</a:t>
            </a:r>
            <a:endParaRPr/>
          </a:p>
        </p:txBody>
      </p:sp>
      <p:sp>
        <p:nvSpPr>
          <p:cNvPr id="1507" name="Google Shape;1507;p84"/>
          <p:cNvSpPr txBox="1"/>
          <p:nvPr>
            <p:ph type="title"/>
          </p:nvPr>
        </p:nvSpPr>
        <p:spPr>
          <a:xfrm>
            <a:off x="521250" y="841675"/>
            <a:ext cx="1923300" cy="3842100"/>
          </a:xfrm>
          <a:prstGeom prst="rect">
            <a:avLst/>
          </a:prstGeom>
        </p:spPr>
        <p:txBody>
          <a:bodyPr anchorCtr="0" anchor="t" bIns="91425" lIns="274300" spcFirstLastPara="1" rIns="182875" wrap="square" tIns="182875">
            <a:normAutofit/>
          </a:bodyPr>
          <a:lstStyle/>
          <a:p>
            <a:pPr indent="0" lvl="0" marL="0" rtl="0" algn="l">
              <a:lnSpc>
                <a:spcPct val="115000"/>
              </a:lnSpc>
              <a:spcBef>
                <a:spcPts val="0"/>
              </a:spcBef>
              <a:spcAft>
                <a:spcPts val="0"/>
              </a:spcAft>
              <a:buClr>
                <a:srgbClr val="000000"/>
              </a:buClr>
              <a:buSzPts val="770"/>
              <a:buFont typeface="Arial"/>
              <a:buNone/>
            </a:pPr>
            <a:r>
              <a:t/>
            </a:r>
            <a:endParaRPr/>
          </a:p>
        </p:txBody>
      </p:sp>
      <p:sp>
        <p:nvSpPr>
          <p:cNvPr id="1508" name="Google Shape;1508;p84"/>
          <p:cNvSpPr txBox="1"/>
          <p:nvPr>
            <p:ph idx="2" type="title"/>
          </p:nvPr>
        </p:nvSpPr>
        <p:spPr>
          <a:xfrm>
            <a:off x="2445150" y="841675"/>
            <a:ext cx="2233200" cy="569700"/>
          </a:xfrm>
          <a:prstGeom prst="rect">
            <a:avLst/>
          </a:prstGeom>
        </p:spPr>
        <p:txBody>
          <a:bodyPr anchorCtr="0" anchor="ctr" bIns="0" lIns="91425" spcFirstLastPara="1" rIns="91425" wrap="square" tIns="0">
            <a:normAutofit/>
          </a:bodyPr>
          <a:lstStyle/>
          <a:p>
            <a:pPr indent="0" lvl="0" marL="0" rtl="0" algn="ctr">
              <a:lnSpc>
                <a:spcPct val="115000"/>
              </a:lnSpc>
              <a:spcBef>
                <a:spcPts val="0"/>
              </a:spcBef>
              <a:spcAft>
                <a:spcPts val="0"/>
              </a:spcAft>
              <a:buSzPts val="1000"/>
              <a:buNone/>
            </a:pPr>
            <a:r>
              <a:rPr lang="en"/>
              <a:t>The quality of the prompt can account for up to 50% of the performance</a:t>
            </a:r>
            <a:endParaRPr/>
          </a:p>
        </p:txBody>
      </p:sp>
      <p:sp>
        <p:nvSpPr>
          <p:cNvPr id="1509" name="Google Shape;1509;p84"/>
          <p:cNvSpPr txBox="1"/>
          <p:nvPr>
            <p:ph idx="3" type="title"/>
          </p:nvPr>
        </p:nvSpPr>
        <p:spPr>
          <a:xfrm>
            <a:off x="4678600" y="841675"/>
            <a:ext cx="2233200" cy="569700"/>
          </a:xfrm>
          <a:prstGeom prst="rect">
            <a:avLst/>
          </a:prstGeom>
        </p:spPr>
        <p:txBody>
          <a:bodyPr anchorCtr="0" anchor="ctr" bIns="0" lIns="91425" spcFirstLastPara="1" rIns="91425" wrap="square" tIns="0">
            <a:normAutofit/>
          </a:bodyPr>
          <a:lstStyle/>
          <a:p>
            <a:pPr indent="0" lvl="0" marL="0" rtl="0" algn="l">
              <a:lnSpc>
                <a:spcPct val="115000"/>
              </a:lnSpc>
              <a:spcBef>
                <a:spcPts val="0"/>
              </a:spcBef>
              <a:spcAft>
                <a:spcPts val="0"/>
              </a:spcAft>
              <a:buSzPts val="1200"/>
              <a:buNone/>
            </a:pPr>
            <a:r>
              <a:rPr lang="en"/>
              <a:t>LLMs are trained a specific way</a:t>
            </a:r>
            <a:endParaRPr/>
          </a:p>
        </p:txBody>
      </p:sp>
      <p:sp>
        <p:nvSpPr>
          <p:cNvPr id="1510" name="Google Shape;1510;p84"/>
          <p:cNvSpPr txBox="1"/>
          <p:nvPr>
            <p:ph idx="4" type="title"/>
          </p:nvPr>
        </p:nvSpPr>
        <p:spPr>
          <a:xfrm>
            <a:off x="6912050" y="841675"/>
            <a:ext cx="2233200" cy="569700"/>
          </a:xfrm>
          <a:prstGeom prst="rect">
            <a:avLst/>
          </a:prstGeom>
        </p:spPr>
        <p:txBody>
          <a:bodyPr anchorCtr="0" anchor="ctr" bIns="0" lIns="91425" spcFirstLastPara="1" rIns="91425" wrap="square" tIns="0">
            <a:normAutofit/>
          </a:bodyPr>
          <a:lstStyle/>
          <a:p>
            <a:pPr indent="0" lvl="0" marL="0" rtl="0" algn="ctr">
              <a:lnSpc>
                <a:spcPct val="115000"/>
              </a:lnSpc>
              <a:spcBef>
                <a:spcPts val="0"/>
              </a:spcBef>
              <a:spcAft>
                <a:spcPts val="0"/>
              </a:spcAft>
              <a:buSzPts val="1000"/>
              <a:buNone/>
            </a:pPr>
            <a:r>
              <a:t/>
            </a:r>
            <a:endParaRPr/>
          </a:p>
        </p:txBody>
      </p:sp>
      <p:sp>
        <p:nvSpPr>
          <p:cNvPr id="1511" name="Google Shape;1511;p84"/>
          <p:cNvSpPr txBox="1"/>
          <p:nvPr>
            <p:ph idx="1" type="body"/>
          </p:nvPr>
        </p:nvSpPr>
        <p:spPr>
          <a:xfrm>
            <a:off x="2444900" y="1411425"/>
            <a:ext cx="2233200" cy="1091400"/>
          </a:xfrm>
          <a:prstGeom prst="rect">
            <a:avLst/>
          </a:prstGeom>
        </p:spPr>
        <p:txBody>
          <a:bodyPr anchorCtr="0" anchor="t" bIns="91425" lIns="182875" spcFirstLastPara="1" rIns="91425" wrap="square" tIns="182875">
            <a:noAutofit/>
          </a:bodyPr>
          <a:lstStyle/>
          <a:p>
            <a:pPr indent="0" lvl="0" marL="0" rtl="0" algn="l">
              <a:lnSpc>
                <a:spcPct val="115000"/>
              </a:lnSpc>
              <a:spcBef>
                <a:spcPts val="0"/>
              </a:spcBef>
              <a:spcAft>
                <a:spcPts val="1000"/>
              </a:spcAft>
              <a:buSzPts val="1000"/>
              <a:buNone/>
            </a:pPr>
            <a:r>
              <a:rPr lang="en"/>
              <a:t>A bad prompt can make the output worse, increase thinking time, waste tokens, and produce slop.</a:t>
            </a:r>
            <a:endParaRPr/>
          </a:p>
        </p:txBody>
      </p:sp>
      <p:sp>
        <p:nvSpPr>
          <p:cNvPr id="1512" name="Google Shape;1512;p84"/>
          <p:cNvSpPr txBox="1"/>
          <p:nvPr>
            <p:ph idx="5" type="body"/>
          </p:nvPr>
        </p:nvSpPr>
        <p:spPr>
          <a:xfrm>
            <a:off x="6913250" y="1411425"/>
            <a:ext cx="2233200" cy="1091400"/>
          </a:xfrm>
          <a:prstGeom prst="rect">
            <a:avLst/>
          </a:prstGeom>
        </p:spPr>
        <p:txBody>
          <a:bodyPr anchorCtr="0" anchor="t" bIns="91425" lIns="182875" spcFirstLastPara="1" rIns="91425" wrap="square" tIns="182875">
            <a:noAutofit/>
          </a:bodyPr>
          <a:lstStyle/>
          <a:p>
            <a:pPr indent="0" lvl="0" marL="0" rtl="0" algn="l">
              <a:lnSpc>
                <a:spcPct val="115000"/>
              </a:lnSpc>
              <a:spcBef>
                <a:spcPts val="0"/>
              </a:spcBef>
              <a:spcAft>
                <a:spcPts val="1000"/>
              </a:spcAft>
              <a:buSzPts val="1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6" name="Shape 1516"/>
        <p:cNvGrpSpPr/>
        <p:nvPr/>
      </p:nvGrpSpPr>
      <p:grpSpPr>
        <a:xfrm>
          <a:off x="0" y="0"/>
          <a:ext cx="0" cy="0"/>
          <a:chOff x="0" y="0"/>
          <a:chExt cx="0" cy="0"/>
        </a:xfrm>
      </p:grpSpPr>
      <p:grpSp>
        <p:nvGrpSpPr>
          <p:cNvPr id="1517" name="Google Shape;1517;p85"/>
          <p:cNvGrpSpPr/>
          <p:nvPr/>
        </p:nvGrpSpPr>
        <p:grpSpPr>
          <a:xfrm rot="5400000">
            <a:off x="592728" y="890697"/>
            <a:ext cx="369896" cy="333900"/>
            <a:chOff x="96076" y="654376"/>
            <a:chExt cx="369896" cy="333900"/>
          </a:xfrm>
        </p:grpSpPr>
        <p:cxnSp>
          <p:nvCxnSpPr>
            <p:cNvPr id="1518" name="Google Shape;1518;p85"/>
            <p:cNvCxnSpPr/>
            <p:nvPr/>
          </p:nvCxnSpPr>
          <p:spPr>
            <a:xfrm rot="5400000">
              <a:off x="113975" y="821326"/>
              <a:ext cx="333900" cy="0"/>
            </a:xfrm>
            <a:prstGeom prst="straightConnector1">
              <a:avLst/>
            </a:prstGeom>
            <a:noFill/>
            <a:ln cap="flat" cmpd="sng" w="19050">
              <a:solidFill>
                <a:schemeClr val="accent3"/>
              </a:solidFill>
              <a:prstDash val="solid"/>
              <a:round/>
              <a:headEnd len="sm" w="sm" type="none"/>
              <a:tailEnd len="sm" w="sm" type="none"/>
            </a:ln>
          </p:spPr>
        </p:cxnSp>
        <p:sp>
          <p:nvSpPr>
            <p:cNvPr id="1519" name="Google Shape;1519;p85"/>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520" name="Google Shape;1520;p85"/>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1521" name="Google Shape;1521;p85"/>
          <p:cNvCxnSpPr/>
          <p:nvPr/>
        </p:nvCxnSpPr>
        <p:spPr>
          <a:xfrm>
            <a:off x="6771475" y="2343725"/>
            <a:ext cx="0" cy="2799900"/>
          </a:xfrm>
          <a:prstGeom prst="straightConnector1">
            <a:avLst/>
          </a:prstGeom>
          <a:noFill/>
          <a:ln cap="flat" cmpd="sng" w="9525">
            <a:solidFill>
              <a:schemeClr val="accent6"/>
            </a:solidFill>
            <a:prstDash val="solid"/>
            <a:round/>
            <a:headEnd len="sm" w="sm" type="none"/>
            <a:tailEnd len="sm" w="sm" type="none"/>
          </a:ln>
        </p:spPr>
      </p:cxnSp>
      <p:cxnSp>
        <p:nvCxnSpPr>
          <p:cNvPr id="1522" name="Google Shape;1522;p85"/>
          <p:cNvCxnSpPr/>
          <p:nvPr/>
        </p:nvCxnSpPr>
        <p:spPr>
          <a:xfrm>
            <a:off x="4861906" y="2343725"/>
            <a:ext cx="0" cy="2799900"/>
          </a:xfrm>
          <a:prstGeom prst="straightConnector1">
            <a:avLst/>
          </a:prstGeom>
          <a:noFill/>
          <a:ln cap="flat" cmpd="sng" w="9525">
            <a:solidFill>
              <a:schemeClr val="accent6"/>
            </a:solidFill>
            <a:prstDash val="solid"/>
            <a:round/>
            <a:headEnd len="sm" w="sm" type="none"/>
            <a:tailEnd len="sm" w="sm" type="none"/>
          </a:ln>
        </p:spPr>
      </p:cxnSp>
      <p:cxnSp>
        <p:nvCxnSpPr>
          <p:cNvPr id="1523" name="Google Shape;1523;p85"/>
          <p:cNvCxnSpPr/>
          <p:nvPr/>
        </p:nvCxnSpPr>
        <p:spPr>
          <a:xfrm>
            <a:off x="2950750" y="2343725"/>
            <a:ext cx="0" cy="2799900"/>
          </a:xfrm>
          <a:prstGeom prst="straightConnector1">
            <a:avLst/>
          </a:prstGeom>
          <a:noFill/>
          <a:ln cap="flat" cmpd="sng" w="9525">
            <a:solidFill>
              <a:schemeClr val="accent6"/>
            </a:solidFill>
            <a:prstDash val="solid"/>
            <a:round/>
            <a:headEnd len="sm" w="sm" type="none"/>
            <a:tailEnd len="sm" w="sm" type="none"/>
          </a:ln>
        </p:spPr>
      </p:cxnSp>
      <p:cxnSp>
        <p:nvCxnSpPr>
          <p:cNvPr id="1524" name="Google Shape;1524;p85"/>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1525" name="Google Shape;1525;p85"/>
          <p:cNvCxnSpPr/>
          <p:nvPr/>
        </p:nvCxnSpPr>
        <p:spPr>
          <a:xfrm>
            <a:off x="8623975" y="-200"/>
            <a:ext cx="0" cy="5143500"/>
          </a:xfrm>
          <a:prstGeom prst="straightConnector1">
            <a:avLst/>
          </a:prstGeom>
          <a:noFill/>
          <a:ln cap="flat" cmpd="sng" w="9525">
            <a:solidFill>
              <a:schemeClr val="accent6"/>
            </a:solidFill>
            <a:prstDash val="solid"/>
            <a:round/>
            <a:headEnd len="sm" w="sm" type="none"/>
            <a:tailEnd len="sm" w="sm" type="none"/>
          </a:ln>
        </p:spPr>
      </p:cxnSp>
      <p:cxnSp>
        <p:nvCxnSpPr>
          <p:cNvPr id="1526" name="Google Shape;1526;p85"/>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527" name="Google Shape;1527;p85"/>
          <p:cNvCxnSpPr/>
          <p:nvPr/>
        </p:nvCxnSpPr>
        <p:spPr>
          <a:xfrm rot="10800000">
            <a:off x="1040600" y="2343750"/>
            <a:ext cx="7582200" cy="0"/>
          </a:xfrm>
          <a:prstGeom prst="straightConnector1">
            <a:avLst/>
          </a:prstGeom>
          <a:noFill/>
          <a:ln cap="flat" cmpd="sng" w="9525">
            <a:solidFill>
              <a:schemeClr val="accent6"/>
            </a:solidFill>
            <a:prstDash val="solid"/>
            <a:round/>
            <a:headEnd len="sm" w="sm" type="none"/>
            <a:tailEnd len="sm" w="sm" type="none"/>
          </a:ln>
        </p:spPr>
      </p:cxnSp>
      <p:cxnSp>
        <p:nvCxnSpPr>
          <p:cNvPr id="1528" name="Google Shape;1528;p85"/>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sp>
        <p:nvSpPr>
          <p:cNvPr id="1529" name="Google Shape;1529;p85"/>
          <p:cNvSpPr txBox="1"/>
          <p:nvPr>
            <p:ph idx="1" type="subTitle"/>
          </p:nvPr>
        </p:nvSpPr>
        <p:spPr>
          <a:xfrm>
            <a:off x="2951438" y="2726250"/>
            <a:ext cx="1910700" cy="642300"/>
          </a:xfrm>
          <a:prstGeom prst="rect">
            <a:avLst/>
          </a:prstGeom>
        </p:spPr>
        <p:txBody>
          <a:bodyPr anchorCtr="0" anchor="t" bIns="0" lIns="274300" spcFirstLastPara="1" rIns="182875" wrap="square" tIns="182875">
            <a:normAutofit fontScale="85000" lnSpcReduction="20000"/>
          </a:bodyPr>
          <a:lstStyle/>
          <a:p>
            <a:pPr indent="0" lvl="0" marL="0" rtl="0" algn="l">
              <a:spcBef>
                <a:spcPts val="0"/>
              </a:spcBef>
              <a:spcAft>
                <a:spcPts val="0"/>
              </a:spcAft>
              <a:buSzPct val="100000"/>
              <a:buNone/>
            </a:pPr>
            <a:r>
              <a:rPr lang="en">
                <a:solidFill>
                  <a:schemeClr val="lt2"/>
                </a:solidFill>
              </a:rPr>
              <a:t>The whole context is passed </a:t>
            </a:r>
            <a:r>
              <a:rPr lang="en">
                <a:solidFill>
                  <a:schemeClr val="lt2"/>
                </a:solidFill>
              </a:rPr>
              <a:t>through the LLM</a:t>
            </a:r>
            <a:endParaRPr>
              <a:solidFill>
                <a:schemeClr val="lt2"/>
              </a:solidFill>
            </a:endParaRPr>
          </a:p>
        </p:txBody>
      </p:sp>
      <p:sp>
        <p:nvSpPr>
          <p:cNvPr id="1530" name="Google Shape;1530;p85"/>
          <p:cNvSpPr txBox="1"/>
          <p:nvPr>
            <p:ph idx="15" type="subTitle"/>
          </p:nvPr>
        </p:nvSpPr>
        <p:spPr>
          <a:xfrm>
            <a:off x="1041050" y="334925"/>
            <a:ext cx="5726100" cy="329700"/>
          </a:xfrm>
          <a:prstGeom prst="rect">
            <a:avLst/>
          </a:prstGeom>
        </p:spPr>
        <p:txBody>
          <a:bodyPr anchorCtr="0" anchor="ctr" bIns="0" lIns="274300" spcFirstLastPara="1" rIns="91425" wrap="square" tIns="91425">
            <a:normAutofit/>
          </a:bodyPr>
          <a:lstStyle/>
          <a:p>
            <a:pPr indent="0" lvl="0" marL="0" rtl="0" algn="l">
              <a:lnSpc>
                <a:spcPct val="115000"/>
              </a:lnSpc>
              <a:spcBef>
                <a:spcPts val="0"/>
              </a:spcBef>
              <a:spcAft>
                <a:spcPts val="0"/>
              </a:spcAft>
              <a:buSzPts val="1000"/>
              <a:buNone/>
            </a:pPr>
            <a:r>
              <a:rPr lang="en"/>
              <a:t>How does an LLM even work?</a:t>
            </a:r>
            <a:endParaRPr/>
          </a:p>
        </p:txBody>
      </p:sp>
      <p:sp>
        <p:nvSpPr>
          <p:cNvPr id="1531" name="Google Shape;1531;p85"/>
          <p:cNvSpPr txBox="1"/>
          <p:nvPr>
            <p:ph type="title"/>
          </p:nvPr>
        </p:nvSpPr>
        <p:spPr>
          <a:xfrm>
            <a:off x="2952000" y="2343725"/>
            <a:ext cx="391800" cy="382800"/>
          </a:xfrm>
          <a:prstGeom prst="rect">
            <a:avLst/>
          </a:prstGeom>
        </p:spPr>
        <p:txBody>
          <a:bodyPr anchorCtr="0" anchor="ctr" bIns="0" lIns="91425" spcFirstLastPara="1" rIns="91425" wrap="square" tIns="0">
            <a:normAutofit/>
          </a:bodyPr>
          <a:lstStyle/>
          <a:p>
            <a:pPr indent="0" lvl="0" marL="0" rtl="0" algn="ctr">
              <a:lnSpc>
                <a:spcPct val="90000"/>
              </a:lnSpc>
              <a:spcBef>
                <a:spcPts val="0"/>
              </a:spcBef>
              <a:spcAft>
                <a:spcPts val="0"/>
              </a:spcAft>
              <a:buSzPts val="1200"/>
              <a:buNone/>
            </a:pPr>
            <a:r>
              <a:rPr lang="en" sz="1500"/>
              <a:t>2</a:t>
            </a:r>
            <a:endParaRPr sz="1500"/>
          </a:p>
        </p:txBody>
      </p:sp>
      <p:sp>
        <p:nvSpPr>
          <p:cNvPr id="1532" name="Google Shape;1532;p85"/>
          <p:cNvSpPr txBox="1"/>
          <p:nvPr>
            <p:ph idx="5" type="body"/>
          </p:nvPr>
        </p:nvSpPr>
        <p:spPr>
          <a:xfrm>
            <a:off x="2953650" y="3503300"/>
            <a:ext cx="1910700" cy="1156200"/>
          </a:xfrm>
          <a:prstGeom prst="rect">
            <a:avLst/>
          </a:prstGeom>
        </p:spPr>
        <p:txBody>
          <a:bodyPr anchorCtr="0" anchor="t" bIns="0" lIns="274300" spcFirstLastPara="1" rIns="182875" wrap="square" tIns="0">
            <a:normAutofit/>
          </a:bodyPr>
          <a:lstStyle/>
          <a:p>
            <a:pPr indent="0" lvl="0" marL="0" rtl="0" algn="l">
              <a:spcBef>
                <a:spcPts val="0"/>
              </a:spcBef>
              <a:spcAft>
                <a:spcPts val="0"/>
              </a:spcAft>
              <a:buSzPts val="1000"/>
              <a:buNone/>
            </a:pPr>
            <a:r>
              <a:rPr lang="en">
                <a:solidFill>
                  <a:schemeClr val="lt2"/>
                </a:solidFill>
              </a:rPr>
              <a:t>A bunch of math happens…</a:t>
            </a:r>
            <a:endParaRPr>
              <a:solidFill>
                <a:schemeClr val="lt2"/>
              </a:solidFill>
            </a:endParaRPr>
          </a:p>
        </p:txBody>
      </p:sp>
      <p:sp>
        <p:nvSpPr>
          <p:cNvPr id="1533" name="Google Shape;1533;p85"/>
          <p:cNvSpPr txBox="1"/>
          <p:nvPr>
            <p:ph idx="2" type="title"/>
          </p:nvPr>
        </p:nvSpPr>
        <p:spPr>
          <a:xfrm>
            <a:off x="1042650" y="2343725"/>
            <a:ext cx="391800" cy="3828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sz="1500"/>
              <a:t>1</a:t>
            </a:r>
            <a:endParaRPr sz="1500"/>
          </a:p>
        </p:txBody>
      </p:sp>
      <p:sp>
        <p:nvSpPr>
          <p:cNvPr id="1534" name="Google Shape;1534;p85"/>
          <p:cNvSpPr txBox="1"/>
          <p:nvPr>
            <p:ph idx="6" type="subTitle"/>
          </p:nvPr>
        </p:nvSpPr>
        <p:spPr>
          <a:xfrm>
            <a:off x="1042088" y="2726250"/>
            <a:ext cx="1910700" cy="642300"/>
          </a:xfrm>
          <a:prstGeom prst="rect">
            <a:avLst/>
          </a:prstGeom>
        </p:spPr>
        <p:txBody>
          <a:bodyPr anchorCtr="0" anchor="t" bIns="0" lIns="274300" spcFirstLastPara="1" rIns="182875" wrap="square" tIns="182875">
            <a:normAutofit fontScale="70000"/>
          </a:bodyPr>
          <a:lstStyle/>
          <a:p>
            <a:pPr indent="0" lvl="0" marL="0" rtl="0" algn="l">
              <a:lnSpc>
                <a:spcPct val="115000"/>
              </a:lnSpc>
              <a:spcBef>
                <a:spcPts val="0"/>
              </a:spcBef>
              <a:spcAft>
                <a:spcPts val="0"/>
              </a:spcAft>
              <a:buSzPct val="100000"/>
              <a:buNone/>
            </a:pPr>
            <a:r>
              <a:rPr lang="en">
                <a:solidFill>
                  <a:schemeClr val="lt2"/>
                </a:solidFill>
              </a:rPr>
              <a:t>The large language model receives the conversation from the user</a:t>
            </a:r>
            <a:endParaRPr>
              <a:solidFill>
                <a:schemeClr val="lt2"/>
              </a:solidFill>
            </a:endParaRPr>
          </a:p>
        </p:txBody>
      </p:sp>
      <p:sp>
        <p:nvSpPr>
          <p:cNvPr id="1535" name="Google Shape;1535;p85"/>
          <p:cNvSpPr txBox="1"/>
          <p:nvPr>
            <p:ph idx="3" type="title"/>
          </p:nvPr>
        </p:nvSpPr>
        <p:spPr>
          <a:xfrm>
            <a:off x="4867800" y="2343725"/>
            <a:ext cx="391800" cy="3828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sz="1500"/>
              <a:t>3</a:t>
            </a:r>
            <a:endParaRPr sz="1500"/>
          </a:p>
        </p:txBody>
      </p:sp>
      <p:sp>
        <p:nvSpPr>
          <p:cNvPr id="1536" name="Google Shape;1536;p85"/>
          <p:cNvSpPr txBox="1"/>
          <p:nvPr>
            <p:ph idx="7" type="subTitle"/>
          </p:nvPr>
        </p:nvSpPr>
        <p:spPr>
          <a:xfrm>
            <a:off x="4867238" y="2726250"/>
            <a:ext cx="1910700" cy="642300"/>
          </a:xfrm>
          <a:prstGeom prst="rect">
            <a:avLst/>
          </a:prstGeom>
        </p:spPr>
        <p:txBody>
          <a:bodyPr anchorCtr="0" anchor="t" bIns="0" lIns="274300" spcFirstLastPara="1" rIns="182875" wrap="square" tIns="182875">
            <a:normAutofit/>
          </a:bodyPr>
          <a:lstStyle/>
          <a:p>
            <a:pPr indent="0" lvl="0" marL="0" rtl="0" algn="l">
              <a:lnSpc>
                <a:spcPct val="115000"/>
              </a:lnSpc>
              <a:spcBef>
                <a:spcPts val="0"/>
              </a:spcBef>
              <a:spcAft>
                <a:spcPts val="0"/>
              </a:spcAft>
              <a:buSzPts val="1200"/>
              <a:buNone/>
            </a:pPr>
            <a:r>
              <a:rPr lang="en">
                <a:solidFill>
                  <a:schemeClr val="lt2"/>
                </a:solidFill>
              </a:rPr>
              <a:t>The output of the LLM is a token</a:t>
            </a:r>
            <a:endParaRPr>
              <a:solidFill>
                <a:schemeClr val="lt2"/>
              </a:solidFill>
            </a:endParaRPr>
          </a:p>
        </p:txBody>
      </p:sp>
      <p:sp>
        <p:nvSpPr>
          <p:cNvPr id="1537" name="Google Shape;1537;p85"/>
          <p:cNvSpPr txBox="1"/>
          <p:nvPr>
            <p:ph idx="8" type="body"/>
          </p:nvPr>
        </p:nvSpPr>
        <p:spPr>
          <a:xfrm>
            <a:off x="1044300" y="3503175"/>
            <a:ext cx="1910700" cy="1156200"/>
          </a:xfrm>
          <a:prstGeom prst="rect">
            <a:avLst/>
          </a:prstGeom>
        </p:spPr>
        <p:txBody>
          <a:bodyPr anchorCtr="0" anchor="t" bIns="0" lIns="274300" spcFirstLastPara="1" rIns="182875" wrap="square" tIns="0">
            <a:normAutofit/>
          </a:bodyPr>
          <a:lstStyle/>
          <a:p>
            <a:pPr indent="0" lvl="0" marL="0" rtl="0" algn="l">
              <a:lnSpc>
                <a:spcPct val="115000"/>
              </a:lnSpc>
              <a:spcBef>
                <a:spcPts val="0"/>
              </a:spcBef>
              <a:spcAft>
                <a:spcPts val="0"/>
              </a:spcAft>
              <a:buSzPts val="1000"/>
              <a:buNone/>
            </a:pPr>
            <a:r>
              <a:rPr lang="en">
                <a:solidFill>
                  <a:schemeClr val="lt2"/>
                </a:solidFill>
              </a:rPr>
              <a:t>This includes system prompts, user messages, and prior LLM messages (“assistant messages”)</a:t>
            </a:r>
            <a:endParaRPr>
              <a:solidFill>
                <a:schemeClr val="lt2"/>
              </a:solidFill>
            </a:endParaRPr>
          </a:p>
        </p:txBody>
      </p:sp>
      <p:sp>
        <p:nvSpPr>
          <p:cNvPr id="1538" name="Google Shape;1538;p85"/>
          <p:cNvSpPr txBox="1"/>
          <p:nvPr>
            <p:ph idx="9" type="body"/>
          </p:nvPr>
        </p:nvSpPr>
        <p:spPr>
          <a:xfrm>
            <a:off x="4869450" y="3368600"/>
            <a:ext cx="1910700" cy="1290900"/>
          </a:xfrm>
          <a:prstGeom prst="rect">
            <a:avLst/>
          </a:prstGeom>
        </p:spPr>
        <p:txBody>
          <a:bodyPr anchorCtr="0" anchor="t" bIns="0" lIns="274300" spcFirstLastPara="1" rIns="182875" wrap="square" tIns="0">
            <a:normAutofit fontScale="92500"/>
          </a:bodyPr>
          <a:lstStyle/>
          <a:p>
            <a:pPr indent="0" lvl="0" marL="0" rtl="0" algn="l">
              <a:lnSpc>
                <a:spcPct val="115000"/>
              </a:lnSpc>
              <a:spcBef>
                <a:spcPts val="0"/>
              </a:spcBef>
              <a:spcAft>
                <a:spcPts val="0"/>
              </a:spcAft>
              <a:buSzPct val="100000"/>
              <a:buNone/>
            </a:pPr>
            <a:r>
              <a:rPr lang="en">
                <a:solidFill>
                  <a:schemeClr val="lt2"/>
                </a:solidFill>
              </a:rPr>
              <a:t>This is usually a word like “salad” but can also be a prefix/suffix like “em” as in “emplace”. </a:t>
            </a:r>
            <a:endParaRPr>
              <a:solidFill>
                <a:schemeClr val="lt2"/>
              </a:solidFill>
            </a:endParaRPr>
          </a:p>
          <a:p>
            <a:pPr indent="0" lvl="0" marL="0" rtl="0" algn="l">
              <a:lnSpc>
                <a:spcPct val="115000"/>
              </a:lnSpc>
              <a:spcBef>
                <a:spcPts val="0"/>
              </a:spcBef>
              <a:spcAft>
                <a:spcPts val="0"/>
              </a:spcAft>
              <a:buSzPct val="100000"/>
              <a:buNone/>
            </a:pPr>
            <a:r>
              <a:t/>
            </a:r>
            <a:endParaRPr>
              <a:solidFill>
                <a:schemeClr val="lt2"/>
              </a:solidFill>
            </a:endParaRPr>
          </a:p>
          <a:p>
            <a:pPr indent="0" lvl="0" marL="0" rtl="0" algn="l">
              <a:lnSpc>
                <a:spcPct val="115000"/>
              </a:lnSpc>
              <a:spcBef>
                <a:spcPts val="0"/>
              </a:spcBef>
              <a:spcAft>
                <a:spcPts val="0"/>
              </a:spcAft>
              <a:buSzPct val="100000"/>
              <a:buNone/>
            </a:pPr>
            <a:r>
              <a:rPr lang="en">
                <a:solidFill>
                  <a:schemeClr val="lt2"/>
                </a:solidFill>
              </a:rPr>
              <a:t>This is a probability and the LLM chooses the highest probability token.</a:t>
            </a:r>
            <a:endParaRPr>
              <a:solidFill>
                <a:schemeClr val="lt2"/>
              </a:solidFill>
            </a:endParaRPr>
          </a:p>
        </p:txBody>
      </p:sp>
      <p:sp>
        <p:nvSpPr>
          <p:cNvPr id="1539" name="Google Shape;1539;p85"/>
          <p:cNvSpPr txBox="1"/>
          <p:nvPr>
            <p:ph idx="4" type="title"/>
          </p:nvPr>
        </p:nvSpPr>
        <p:spPr>
          <a:xfrm>
            <a:off x="6772025" y="2343725"/>
            <a:ext cx="391800" cy="382800"/>
          </a:xfrm>
          <a:prstGeom prst="rect">
            <a:avLst/>
          </a:prstGeom>
        </p:spPr>
        <p:txBody>
          <a:bodyPr anchorCtr="0" anchor="ctr" bIns="0" lIns="91425" spcFirstLastPara="1" rIns="91425" wrap="square" tIns="0">
            <a:normAutofit/>
          </a:bodyPr>
          <a:lstStyle/>
          <a:p>
            <a:pPr indent="0" lvl="0" marL="0" rtl="0" algn="ctr">
              <a:lnSpc>
                <a:spcPct val="90000"/>
              </a:lnSpc>
              <a:spcBef>
                <a:spcPts val="0"/>
              </a:spcBef>
              <a:spcAft>
                <a:spcPts val="0"/>
              </a:spcAft>
              <a:buSzPts val="1200"/>
              <a:buNone/>
            </a:pPr>
            <a:r>
              <a:rPr lang="en" sz="1500"/>
              <a:t>4</a:t>
            </a:r>
            <a:endParaRPr sz="1500"/>
          </a:p>
        </p:txBody>
      </p:sp>
      <p:sp>
        <p:nvSpPr>
          <p:cNvPr id="1540" name="Google Shape;1540;p85"/>
          <p:cNvSpPr txBox="1"/>
          <p:nvPr>
            <p:ph idx="13" type="subTitle"/>
          </p:nvPr>
        </p:nvSpPr>
        <p:spPr>
          <a:xfrm>
            <a:off x="6771474" y="2726250"/>
            <a:ext cx="1846800" cy="642300"/>
          </a:xfrm>
          <a:prstGeom prst="rect">
            <a:avLst/>
          </a:prstGeom>
        </p:spPr>
        <p:txBody>
          <a:bodyPr anchorCtr="0" anchor="t" bIns="0" lIns="274300" spcFirstLastPara="1" rIns="182875" wrap="square" tIns="182875">
            <a:normAutofit fontScale="85000" lnSpcReduction="20000"/>
          </a:bodyPr>
          <a:lstStyle/>
          <a:p>
            <a:pPr indent="0" lvl="0" marL="0" rtl="0" algn="l">
              <a:lnSpc>
                <a:spcPct val="115000"/>
              </a:lnSpc>
              <a:spcBef>
                <a:spcPts val="0"/>
              </a:spcBef>
              <a:spcAft>
                <a:spcPts val="0"/>
              </a:spcAft>
              <a:buSzPct val="100000"/>
              <a:buNone/>
            </a:pPr>
            <a:r>
              <a:rPr lang="en">
                <a:solidFill>
                  <a:schemeClr val="lt2"/>
                </a:solidFill>
              </a:rPr>
              <a:t>If this is a training process, update the LLM</a:t>
            </a:r>
            <a:endParaRPr>
              <a:solidFill>
                <a:schemeClr val="lt2"/>
              </a:solidFill>
            </a:endParaRPr>
          </a:p>
        </p:txBody>
      </p:sp>
      <p:sp>
        <p:nvSpPr>
          <p:cNvPr id="1541" name="Google Shape;1541;p85"/>
          <p:cNvSpPr txBox="1"/>
          <p:nvPr>
            <p:ph idx="14" type="body"/>
          </p:nvPr>
        </p:nvSpPr>
        <p:spPr>
          <a:xfrm>
            <a:off x="6773613" y="3368600"/>
            <a:ext cx="1846800" cy="1290900"/>
          </a:xfrm>
          <a:prstGeom prst="rect">
            <a:avLst/>
          </a:prstGeom>
        </p:spPr>
        <p:txBody>
          <a:bodyPr anchorCtr="0" anchor="t" bIns="0" lIns="274300" spcFirstLastPara="1" rIns="182875" wrap="square" tIns="0">
            <a:normAutofit fontScale="85000" lnSpcReduction="10000"/>
          </a:bodyPr>
          <a:lstStyle/>
          <a:p>
            <a:pPr indent="0" lvl="0" marL="0" rtl="0" algn="l">
              <a:lnSpc>
                <a:spcPct val="115000"/>
              </a:lnSpc>
              <a:spcBef>
                <a:spcPts val="0"/>
              </a:spcBef>
              <a:spcAft>
                <a:spcPts val="0"/>
              </a:spcAft>
              <a:buSzPct val="100000"/>
              <a:buNone/>
            </a:pPr>
            <a:r>
              <a:rPr lang="en">
                <a:solidFill>
                  <a:schemeClr val="lt2"/>
                </a:solidFill>
              </a:rPr>
              <a:t>The “loss” between the actual output token and the target output token is used to update the LLM’s internal weights. </a:t>
            </a:r>
            <a:endParaRPr>
              <a:solidFill>
                <a:schemeClr val="lt2"/>
              </a:solidFill>
            </a:endParaRPr>
          </a:p>
          <a:p>
            <a:pPr indent="0" lvl="0" marL="0" rtl="0" algn="l">
              <a:lnSpc>
                <a:spcPct val="115000"/>
              </a:lnSpc>
              <a:spcBef>
                <a:spcPts val="0"/>
              </a:spcBef>
              <a:spcAft>
                <a:spcPts val="0"/>
              </a:spcAft>
              <a:buSzPct val="100000"/>
              <a:buNone/>
            </a:pPr>
            <a:r>
              <a:t/>
            </a:r>
            <a:endParaRPr>
              <a:solidFill>
                <a:schemeClr val="lt2"/>
              </a:solidFill>
            </a:endParaRPr>
          </a:p>
          <a:p>
            <a:pPr indent="0" lvl="0" marL="0" rtl="0" algn="l">
              <a:lnSpc>
                <a:spcPct val="115000"/>
              </a:lnSpc>
              <a:spcBef>
                <a:spcPts val="0"/>
              </a:spcBef>
              <a:spcAft>
                <a:spcPts val="0"/>
              </a:spcAft>
              <a:buSzPct val="100000"/>
              <a:buNone/>
            </a:pPr>
            <a:r>
              <a:rPr lang="en">
                <a:solidFill>
                  <a:schemeClr val="lt2"/>
                </a:solidFill>
              </a:rPr>
              <a:t>Continue by going back to step 1 and then predict the next token again.</a:t>
            </a:r>
            <a:endParaRPr>
              <a:solidFill>
                <a:schemeClr val="lt2"/>
              </a:solidFill>
            </a:endParaRPr>
          </a:p>
        </p:txBody>
      </p:sp>
      <p:sp>
        <p:nvSpPr>
          <p:cNvPr id="1542" name="Google Shape;1542;p85"/>
          <p:cNvSpPr txBox="1"/>
          <p:nvPr>
            <p:ph idx="19" type="title"/>
          </p:nvPr>
        </p:nvSpPr>
        <p:spPr>
          <a:xfrm flipH="1">
            <a:off x="1046188" y="772500"/>
            <a:ext cx="7488900" cy="1571100"/>
          </a:xfrm>
          <a:prstGeom prst="rect">
            <a:avLst/>
          </a:prstGeom>
        </p:spPr>
        <p:txBody>
          <a:bodyPr anchorCtr="0" anchor="t" bIns="91425" lIns="274300" spcFirstLastPara="1" rIns="91425" wrap="square" tIns="91425">
            <a:normAutofit/>
          </a:bodyPr>
          <a:lstStyle/>
          <a:p>
            <a:pPr indent="0" lvl="0" marL="0" rtl="0" algn="l">
              <a:lnSpc>
                <a:spcPct val="80000"/>
              </a:lnSpc>
              <a:spcBef>
                <a:spcPts val="0"/>
              </a:spcBef>
              <a:spcAft>
                <a:spcPts val="0"/>
              </a:spcAft>
              <a:buSzPts val="4400"/>
              <a:buNone/>
            </a:pPr>
            <a:r>
              <a:rPr lang="en">
                <a:solidFill>
                  <a:schemeClr val="lt2"/>
                </a:solidFill>
              </a:rPr>
              <a:t>Predicting the Next Token</a:t>
            </a:r>
            <a:endParaRPr>
              <a:solidFill>
                <a:schemeClr val="lt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6" name="Shape 1546"/>
        <p:cNvGrpSpPr/>
        <p:nvPr/>
      </p:nvGrpSpPr>
      <p:grpSpPr>
        <a:xfrm>
          <a:off x="0" y="0"/>
          <a:ext cx="0" cy="0"/>
          <a:chOff x="0" y="0"/>
          <a:chExt cx="0" cy="0"/>
        </a:xfrm>
      </p:grpSpPr>
      <p:grpSp>
        <p:nvGrpSpPr>
          <p:cNvPr id="1547" name="Google Shape;1547;p86"/>
          <p:cNvGrpSpPr/>
          <p:nvPr/>
        </p:nvGrpSpPr>
        <p:grpSpPr>
          <a:xfrm rot="5400000">
            <a:off x="593777" y="609198"/>
            <a:ext cx="369896" cy="333900"/>
            <a:chOff x="96076" y="654376"/>
            <a:chExt cx="369896" cy="333900"/>
          </a:xfrm>
        </p:grpSpPr>
        <p:cxnSp>
          <p:nvCxnSpPr>
            <p:cNvPr id="1548" name="Google Shape;1548;p8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549" name="Google Shape;1549;p8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550" name="Google Shape;1550;p8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1551" name="Google Shape;1551;p86"/>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552" name="Google Shape;1552;p86"/>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553" name="Google Shape;1553;p86"/>
          <p:cNvCxnSpPr/>
          <p:nvPr/>
        </p:nvCxnSpPr>
        <p:spPr>
          <a:xfrm>
            <a:off x="1042100" y="1217450"/>
            <a:ext cx="8102400" cy="0"/>
          </a:xfrm>
          <a:prstGeom prst="straightConnector1">
            <a:avLst/>
          </a:prstGeom>
          <a:noFill/>
          <a:ln cap="flat" cmpd="sng" w="9525">
            <a:solidFill>
              <a:schemeClr val="lt1"/>
            </a:solidFill>
            <a:prstDash val="solid"/>
            <a:round/>
            <a:headEnd len="sm" w="sm" type="none"/>
            <a:tailEnd len="sm" w="sm" type="none"/>
          </a:ln>
        </p:spPr>
      </p:cxnSp>
      <p:cxnSp>
        <p:nvCxnSpPr>
          <p:cNvPr id="1554" name="Google Shape;1554;p86"/>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sp>
        <p:nvSpPr>
          <p:cNvPr id="1555" name="Google Shape;1555;p86"/>
          <p:cNvSpPr txBox="1"/>
          <p:nvPr/>
        </p:nvSpPr>
        <p:spPr>
          <a:xfrm>
            <a:off x="1040974" y="4315600"/>
            <a:ext cx="3978000" cy="338700"/>
          </a:xfrm>
          <a:prstGeom prst="rect">
            <a:avLst/>
          </a:prstGeom>
          <a:noFill/>
          <a:ln cap="flat" cmpd="sng" w="9525">
            <a:solidFill>
              <a:schemeClr val="lt1"/>
            </a:solidFill>
            <a:prstDash val="solid"/>
            <a:round/>
            <a:headEnd len="sm" w="sm" type="none"/>
            <a:tailEnd len="sm" w="sm" type="none"/>
          </a:ln>
        </p:spPr>
        <p:txBody>
          <a:bodyPr anchorCtr="0" anchor="t" bIns="91425" lIns="274300" spcFirstLastPara="1" rIns="274300" wrap="square" tIns="91425">
            <a:spAutoFit/>
          </a:bodyPr>
          <a:lstStyle/>
          <a:p>
            <a:pPr indent="0" lvl="0" marL="0" marR="0" rtl="0" algn="l">
              <a:lnSpc>
                <a:spcPct val="100000"/>
              </a:lnSpc>
              <a:spcBef>
                <a:spcPts val="0"/>
              </a:spcBef>
              <a:spcAft>
                <a:spcPts val="0"/>
              </a:spcAft>
              <a:buClr>
                <a:srgbClr val="000000"/>
              </a:buClr>
              <a:buSzPts val="1000"/>
              <a:buFont typeface="Arial"/>
              <a:buNone/>
            </a:pPr>
            <a:r>
              <a:t/>
            </a:r>
            <a:endParaRPr i="1" sz="1000">
              <a:solidFill>
                <a:schemeClr val="accent1"/>
              </a:solidFill>
              <a:latin typeface="Inter Medium"/>
              <a:ea typeface="Inter Medium"/>
              <a:cs typeface="Inter Medium"/>
              <a:sym typeface="Inter Medium"/>
            </a:endParaRPr>
          </a:p>
        </p:txBody>
      </p:sp>
      <p:cxnSp>
        <p:nvCxnSpPr>
          <p:cNvPr id="1556" name="Google Shape;1556;p86"/>
          <p:cNvCxnSpPr/>
          <p:nvPr/>
        </p:nvCxnSpPr>
        <p:spPr>
          <a:xfrm rot="10800000">
            <a:off x="1041549" y="4315600"/>
            <a:ext cx="3977700" cy="0"/>
          </a:xfrm>
          <a:prstGeom prst="straightConnector1">
            <a:avLst/>
          </a:prstGeom>
          <a:noFill/>
          <a:ln cap="flat" cmpd="sng" w="9525">
            <a:solidFill>
              <a:schemeClr val="lt1"/>
            </a:solidFill>
            <a:prstDash val="solid"/>
            <a:round/>
            <a:headEnd len="sm" w="sm" type="none"/>
            <a:tailEnd len="sm" w="sm" type="none"/>
          </a:ln>
        </p:spPr>
      </p:cxnSp>
      <p:cxnSp>
        <p:nvCxnSpPr>
          <p:cNvPr id="1557" name="Google Shape;1557;p86"/>
          <p:cNvCxnSpPr/>
          <p:nvPr/>
        </p:nvCxnSpPr>
        <p:spPr>
          <a:xfrm rot="10800000">
            <a:off x="1041114" y="4655225"/>
            <a:ext cx="3977700" cy="0"/>
          </a:xfrm>
          <a:prstGeom prst="straightConnector1">
            <a:avLst/>
          </a:prstGeom>
          <a:noFill/>
          <a:ln cap="flat" cmpd="sng" w="9525">
            <a:solidFill>
              <a:schemeClr val="lt1"/>
            </a:solidFill>
            <a:prstDash val="solid"/>
            <a:round/>
            <a:headEnd len="sm" w="sm" type="none"/>
            <a:tailEnd len="sm" w="sm" type="none"/>
          </a:ln>
        </p:spPr>
      </p:cxnSp>
      <p:cxnSp>
        <p:nvCxnSpPr>
          <p:cNvPr id="1558" name="Google Shape;1558;p86"/>
          <p:cNvCxnSpPr/>
          <p:nvPr/>
        </p:nvCxnSpPr>
        <p:spPr>
          <a:xfrm>
            <a:off x="5019250" y="1225675"/>
            <a:ext cx="0" cy="3917700"/>
          </a:xfrm>
          <a:prstGeom prst="straightConnector1">
            <a:avLst/>
          </a:prstGeom>
          <a:noFill/>
          <a:ln cap="flat" cmpd="sng" w="9525">
            <a:solidFill>
              <a:schemeClr val="lt1"/>
            </a:solidFill>
            <a:prstDash val="solid"/>
            <a:round/>
            <a:headEnd len="sm" w="sm" type="none"/>
            <a:tailEnd len="sm" w="sm" type="none"/>
          </a:ln>
        </p:spPr>
      </p:cxnSp>
      <p:sp>
        <p:nvSpPr>
          <p:cNvPr id="1559" name="Google Shape;1559;p86"/>
          <p:cNvSpPr txBox="1"/>
          <p:nvPr>
            <p:ph idx="1" type="body"/>
          </p:nvPr>
        </p:nvSpPr>
        <p:spPr>
          <a:xfrm>
            <a:off x="1042100" y="1162225"/>
            <a:ext cx="3977100" cy="3981300"/>
          </a:xfrm>
          <a:prstGeom prst="rect">
            <a:avLst/>
          </a:prstGeom>
        </p:spPr>
        <p:txBody>
          <a:bodyPr anchorCtr="0" anchor="t" bIns="91425" lIns="274300" spcFirstLastPara="1" rIns="91425" wrap="square" tIns="274300">
            <a:normAutofit lnSpcReduction="10000"/>
          </a:bodyPr>
          <a:lstStyle/>
          <a:p>
            <a:pPr indent="0" lvl="0" marL="0" rtl="0" algn="l">
              <a:lnSpc>
                <a:spcPct val="115000"/>
              </a:lnSpc>
              <a:spcBef>
                <a:spcPts val="1000"/>
              </a:spcBef>
              <a:spcAft>
                <a:spcPts val="0"/>
              </a:spcAft>
              <a:buSzPts val="1000"/>
              <a:buNone/>
            </a:pPr>
            <a:r>
              <a:rPr lang="en">
                <a:latin typeface="Inter"/>
                <a:ea typeface="Inter"/>
                <a:cs typeface="Inter"/>
                <a:sym typeface="Inter"/>
              </a:rPr>
              <a:t>Typos, grammar, punctuation, undefined words, ambiguous statements, and poor word choice can all impact performance.</a:t>
            </a:r>
            <a:endParaRPr>
              <a:latin typeface="Inter"/>
              <a:ea typeface="Inter"/>
              <a:cs typeface="Inter"/>
              <a:sym typeface="Inter"/>
            </a:endParaRPr>
          </a:p>
          <a:p>
            <a:pPr indent="0" lvl="0" marL="0" rtl="0" algn="l">
              <a:spcBef>
                <a:spcPts val="1000"/>
              </a:spcBef>
              <a:spcAft>
                <a:spcPts val="0"/>
              </a:spcAft>
              <a:buSzPts val="1000"/>
              <a:buNone/>
            </a:pPr>
            <a:r>
              <a:rPr lang="en">
                <a:latin typeface="Inter"/>
                <a:ea typeface="Inter"/>
                <a:cs typeface="Inter"/>
                <a:sym typeface="Inter"/>
              </a:rPr>
              <a:t>Make sure the prompt is specific and clear.</a:t>
            </a:r>
            <a:endParaRPr>
              <a:latin typeface="Inter"/>
              <a:ea typeface="Inter"/>
              <a:cs typeface="Inter"/>
              <a:sym typeface="Inter"/>
            </a:endParaRPr>
          </a:p>
          <a:p>
            <a:pPr indent="0" lvl="0" marL="0" rtl="0" algn="l">
              <a:lnSpc>
                <a:spcPct val="115000"/>
              </a:lnSpc>
              <a:spcBef>
                <a:spcPts val="1000"/>
              </a:spcBef>
              <a:spcAft>
                <a:spcPts val="0"/>
              </a:spcAft>
              <a:buSzPts val="1000"/>
              <a:buNone/>
            </a:pPr>
            <a:r>
              <a:rPr lang="en">
                <a:latin typeface="Inter"/>
                <a:ea typeface="Inter"/>
                <a:cs typeface="Inter"/>
                <a:sym typeface="Inter"/>
              </a:rPr>
              <a:t>Overt manipulation (ex. “CRITICAL: someone will be shot if you make mistakes”) no longer helps and may actually make things worse.</a:t>
            </a:r>
            <a:endParaRPr>
              <a:latin typeface="Inter"/>
              <a:ea typeface="Inter"/>
              <a:cs typeface="Inter"/>
              <a:sym typeface="Inter"/>
            </a:endParaRPr>
          </a:p>
          <a:p>
            <a:pPr indent="0" lvl="0" marL="0" rtl="0" algn="l">
              <a:lnSpc>
                <a:spcPct val="115000"/>
              </a:lnSpc>
              <a:spcBef>
                <a:spcPts val="1000"/>
              </a:spcBef>
              <a:spcAft>
                <a:spcPts val="0"/>
              </a:spcAft>
              <a:buSzPts val="1000"/>
              <a:buNone/>
            </a:pPr>
            <a:r>
              <a:rPr lang="en">
                <a:latin typeface="Inter"/>
                <a:ea typeface="Inter"/>
                <a:cs typeface="Inter"/>
                <a:sym typeface="Inter"/>
              </a:rPr>
              <a:t>“Few-shot” examples are helpful, “no-shot” i.e. having no examples reduces quality.</a:t>
            </a:r>
            <a:endParaRPr>
              <a:latin typeface="Inter"/>
              <a:ea typeface="Inter"/>
              <a:cs typeface="Inter"/>
              <a:sym typeface="Inter"/>
            </a:endParaRPr>
          </a:p>
          <a:p>
            <a:pPr indent="0" lvl="0" marL="0" rtl="0" algn="l">
              <a:lnSpc>
                <a:spcPct val="115000"/>
              </a:lnSpc>
              <a:spcBef>
                <a:spcPts val="1000"/>
              </a:spcBef>
              <a:spcAft>
                <a:spcPts val="0"/>
              </a:spcAft>
              <a:buSzPts val="1000"/>
              <a:buNone/>
            </a:pPr>
            <a:r>
              <a:rPr lang="en">
                <a:latin typeface="Inter"/>
                <a:ea typeface="Inter"/>
                <a:cs typeface="Inter"/>
                <a:sym typeface="Inter"/>
              </a:rPr>
              <a:t>Specify an output format (markdown, JSON, etc.) but make sure it is a standard format</a:t>
            </a:r>
            <a:endParaRPr>
              <a:latin typeface="Inter"/>
              <a:ea typeface="Inter"/>
              <a:cs typeface="Inter"/>
              <a:sym typeface="Inter"/>
            </a:endParaRPr>
          </a:p>
          <a:p>
            <a:pPr indent="0" lvl="0" marL="0" rtl="0" algn="l">
              <a:lnSpc>
                <a:spcPct val="115000"/>
              </a:lnSpc>
              <a:spcBef>
                <a:spcPts val="1000"/>
              </a:spcBef>
              <a:spcAft>
                <a:spcPts val="0"/>
              </a:spcAft>
              <a:buSzPts val="1000"/>
              <a:buNone/>
            </a:pPr>
            <a:r>
              <a:rPr lang="en">
                <a:latin typeface="Inter"/>
                <a:ea typeface="Inter"/>
                <a:cs typeface="Inter"/>
                <a:sym typeface="Inter"/>
              </a:rPr>
              <a:t>Avoid contradictory instructions. The chance of this </a:t>
            </a:r>
            <a:r>
              <a:rPr lang="en">
                <a:latin typeface="Inter"/>
                <a:ea typeface="Inter"/>
                <a:cs typeface="Inter"/>
                <a:sym typeface="Inter"/>
              </a:rPr>
              <a:t>increases</a:t>
            </a:r>
            <a:r>
              <a:rPr lang="en">
                <a:latin typeface="Inter"/>
                <a:ea typeface="Inter"/>
                <a:cs typeface="Inter"/>
                <a:sym typeface="Inter"/>
              </a:rPr>
              <a:t> with longer prompts.</a:t>
            </a:r>
            <a:endParaRPr>
              <a:latin typeface="Inter"/>
              <a:ea typeface="Inter"/>
              <a:cs typeface="Inter"/>
              <a:sym typeface="Inter"/>
            </a:endParaRPr>
          </a:p>
          <a:p>
            <a:pPr indent="0" lvl="0" marL="0" rtl="0" algn="l">
              <a:spcBef>
                <a:spcPts val="1000"/>
              </a:spcBef>
              <a:spcAft>
                <a:spcPts val="0"/>
              </a:spcAft>
              <a:buSzPts val="1000"/>
              <a:buNone/>
            </a:pPr>
            <a:r>
              <a:t/>
            </a:r>
            <a:endParaRPr>
              <a:latin typeface="Inter"/>
              <a:ea typeface="Inter"/>
              <a:cs typeface="Inter"/>
              <a:sym typeface="Inter"/>
            </a:endParaRPr>
          </a:p>
          <a:p>
            <a:pPr indent="0" lvl="0" marL="0" rtl="0" algn="l">
              <a:spcBef>
                <a:spcPts val="1000"/>
              </a:spcBef>
              <a:spcAft>
                <a:spcPts val="0"/>
              </a:spcAft>
              <a:buSzPts val="1000"/>
              <a:buNone/>
            </a:pPr>
            <a:r>
              <a:t/>
            </a:r>
            <a:endParaRPr>
              <a:latin typeface="Inter"/>
              <a:ea typeface="Inter"/>
              <a:cs typeface="Inter"/>
              <a:sym typeface="Inter"/>
            </a:endParaRPr>
          </a:p>
          <a:p>
            <a:pPr indent="0" lvl="0" marL="0" rtl="0" algn="l">
              <a:spcBef>
                <a:spcPts val="1000"/>
              </a:spcBef>
              <a:spcAft>
                <a:spcPts val="0"/>
              </a:spcAft>
              <a:buSzPts val="1000"/>
              <a:buNone/>
            </a:pPr>
            <a:r>
              <a:t/>
            </a:r>
            <a:endParaRPr>
              <a:latin typeface="Inter"/>
              <a:ea typeface="Inter"/>
              <a:cs typeface="Inter"/>
              <a:sym typeface="Inter"/>
            </a:endParaRPr>
          </a:p>
        </p:txBody>
      </p:sp>
      <p:sp>
        <p:nvSpPr>
          <p:cNvPr id="1560" name="Google Shape;1560;p86"/>
          <p:cNvSpPr txBox="1"/>
          <p:nvPr>
            <p:ph type="title"/>
          </p:nvPr>
        </p:nvSpPr>
        <p:spPr>
          <a:xfrm flipH="1">
            <a:off x="1040750" y="334850"/>
            <a:ext cx="7581900" cy="882600"/>
          </a:xfrm>
          <a:prstGeom prst="rect">
            <a:avLst/>
          </a:prstGeom>
        </p:spPr>
        <p:txBody>
          <a:bodyPr anchorCtr="0" anchor="ctr" bIns="91425" lIns="274300" spcFirstLastPara="1" rIns="91425" wrap="square" tIns="91425">
            <a:noAutofit/>
          </a:bodyPr>
          <a:lstStyle/>
          <a:p>
            <a:pPr indent="0" lvl="0" marL="0" rtl="0" algn="l">
              <a:lnSpc>
                <a:spcPct val="90000"/>
              </a:lnSpc>
              <a:spcBef>
                <a:spcPts val="0"/>
              </a:spcBef>
              <a:spcAft>
                <a:spcPts val="0"/>
              </a:spcAft>
              <a:buSzPts val="3200"/>
              <a:buNone/>
            </a:pPr>
            <a:r>
              <a:rPr lang="en" sz="2300"/>
              <a:t>Gemini models</a:t>
            </a:r>
            <a:endParaRPr sz="2300"/>
          </a:p>
        </p:txBody>
      </p:sp>
      <p:cxnSp>
        <p:nvCxnSpPr>
          <p:cNvPr id="1561" name="Google Shape;1561;p86"/>
          <p:cNvCxnSpPr/>
          <p:nvPr/>
        </p:nvCxnSpPr>
        <p:spPr>
          <a:xfrm rot="10800000">
            <a:off x="5018900" y="3298575"/>
            <a:ext cx="4143000" cy="0"/>
          </a:xfrm>
          <a:prstGeom prst="straightConnector1">
            <a:avLst/>
          </a:prstGeom>
          <a:noFill/>
          <a:ln cap="flat" cmpd="sng" w="9525">
            <a:solidFill>
              <a:schemeClr val="lt1"/>
            </a:solidFill>
            <a:prstDash val="solid"/>
            <a:round/>
            <a:headEnd len="sm" w="sm" type="none"/>
            <a:tailEnd len="sm" w="sm" type="none"/>
          </a:ln>
        </p:spPr>
      </p:cxnSp>
      <p:sp>
        <p:nvSpPr>
          <p:cNvPr id="1562" name="Google Shape;1562;p86"/>
          <p:cNvSpPr txBox="1"/>
          <p:nvPr/>
        </p:nvSpPr>
        <p:spPr>
          <a:xfrm>
            <a:off x="5019275" y="1225675"/>
            <a:ext cx="4125000" cy="509700"/>
          </a:xfrm>
          <a:prstGeom prst="rect">
            <a:avLst/>
          </a:prstGeom>
          <a:noFill/>
          <a:ln>
            <a:noFill/>
          </a:ln>
        </p:spPr>
        <p:txBody>
          <a:bodyPr anchorCtr="0" anchor="ctr" bIns="0" lIns="182875" spcFirstLastPara="1" rIns="91425" wrap="square" tIns="0">
            <a:normAutofit/>
          </a:bodyPr>
          <a:lstStyle/>
          <a:p>
            <a:pPr indent="0" lvl="0" marL="0" marR="0" rtl="0" algn="l">
              <a:lnSpc>
                <a:spcPct val="100000"/>
              </a:lnSpc>
              <a:spcBef>
                <a:spcPts val="0"/>
              </a:spcBef>
              <a:spcAft>
                <a:spcPts val="0"/>
              </a:spcAft>
              <a:buClr>
                <a:srgbClr val="000000"/>
              </a:buClr>
              <a:buSzPts val="1000"/>
              <a:buFont typeface="Arial"/>
              <a:buNone/>
            </a:pPr>
            <a:r>
              <a:rPr b="1" lang="en" sz="1300">
                <a:solidFill>
                  <a:schemeClr val="accent1"/>
                </a:solidFill>
                <a:latin typeface="Inter"/>
                <a:ea typeface="Inter"/>
                <a:cs typeface="Inter"/>
                <a:sym typeface="Inter"/>
              </a:rPr>
              <a:t>If a coworker doesn’t understand your prompt, it is not a good prompt</a:t>
            </a:r>
            <a:endParaRPr b="1" sz="1300">
              <a:solidFill>
                <a:schemeClr val="accent1"/>
              </a:solidFill>
              <a:latin typeface="Inter"/>
              <a:ea typeface="Inter"/>
              <a:cs typeface="Inter"/>
              <a:sym typeface="Inter"/>
            </a:endParaRPr>
          </a:p>
        </p:txBody>
      </p:sp>
      <p:cxnSp>
        <p:nvCxnSpPr>
          <p:cNvPr id="1563" name="Google Shape;1563;p86"/>
          <p:cNvCxnSpPr/>
          <p:nvPr/>
        </p:nvCxnSpPr>
        <p:spPr>
          <a:xfrm rot="10800000">
            <a:off x="5019200" y="1731976"/>
            <a:ext cx="4125000" cy="0"/>
          </a:xfrm>
          <a:prstGeom prst="straightConnector1">
            <a:avLst/>
          </a:prstGeom>
          <a:noFill/>
          <a:ln cap="flat" cmpd="sng" w="9525">
            <a:solidFill>
              <a:schemeClr val="lt1"/>
            </a:solidFill>
            <a:prstDash val="solid"/>
            <a:round/>
            <a:headEnd len="sm" w="sm" type="none"/>
            <a:tailEnd len="sm" w="sm" type="none"/>
          </a:ln>
        </p:spPr>
      </p:cxnSp>
      <p:cxnSp>
        <p:nvCxnSpPr>
          <p:cNvPr id="1564" name="Google Shape;1564;p86"/>
          <p:cNvCxnSpPr/>
          <p:nvPr/>
        </p:nvCxnSpPr>
        <p:spPr>
          <a:xfrm rot="10800000">
            <a:off x="5019200" y="2061076"/>
            <a:ext cx="41250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8" name="Shape 1568"/>
        <p:cNvGrpSpPr/>
        <p:nvPr/>
      </p:nvGrpSpPr>
      <p:grpSpPr>
        <a:xfrm>
          <a:off x="0" y="0"/>
          <a:ext cx="0" cy="0"/>
          <a:chOff x="0" y="0"/>
          <a:chExt cx="0" cy="0"/>
        </a:xfrm>
      </p:grpSpPr>
      <p:cxnSp>
        <p:nvCxnSpPr>
          <p:cNvPr id="1569" name="Google Shape;1569;p87"/>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1570" name="Google Shape;1570;p87"/>
          <p:cNvCxnSpPr/>
          <p:nvPr/>
        </p:nvCxnSpPr>
        <p:spPr>
          <a:xfrm>
            <a:off x="521250" y="841675"/>
            <a:ext cx="8623200" cy="0"/>
          </a:xfrm>
          <a:prstGeom prst="straightConnector1">
            <a:avLst/>
          </a:prstGeom>
          <a:noFill/>
          <a:ln cap="flat" cmpd="sng" w="9525">
            <a:solidFill>
              <a:schemeClr val="accent6"/>
            </a:solidFill>
            <a:prstDash val="solid"/>
            <a:round/>
            <a:headEnd len="sm" w="sm" type="none"/>
            <a:tailEnd len="sm" w="sm" type="none"/>
          </a:ln>
        </p:spPr>
      </p:cxnSp>
      <p:sp>
        <p:nvSpPr>
          <p:cNvPr id="1571" name="Google Shape;1571;p87"/>
          <p:cNvSpPr/>
          <p:nvPr/>
        </p:nvSpPr>
        <p:spPr>
          <a:xfrm>
            <a:off x="525375" y="3372875"/>
            <a:ext cx="8098500" cy="6351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1572" name="Google Shape;1572;p87"/>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573" name="Google Shape;1573;p87"/>
          <p:cNvCxnSpPr/>
          <p:nvPr/>
        </p:nvCxnSpPr>
        <p:spPr>
          <a:xfrm rot="10800000">
            <a:off x="520900" y="2107925"/>
            <a:ext cx="8101800" cy="0"/>
          </a:xfrm>
          <a:prstGeom prst="straightConnector1">
            <a:avLst/>
          </a:prstGeom>
          <a:noFill/>
          <a:ln cap="flat" cmpd="sng" w="9525">
            <a:solidFill>
              <a:schemeClr val="accent6"/>
            </a:solidFill>
            <a:prstDash val="solid"/>
            <a:round/>
            <a:headEnd len="sm" w="sm" type="none"/>
            <a:tailEnd len="sm" w="sm" type="none"/>
          </a:ln>
        </p:spPr>
      </p:cxnSp>
      <p:cxnSp>
        <p:nvCxnSpPr>
          <p:cNvPr id="1574" name="Google Shape;1574;p87"/>
          <p:cNvCxnSpPr/>
          <p:nvPr/>
        </p:nvCxnSpPr>
        <p:spPr>
          <a:xfrm rot="10800000">
            <a:off x="520900" y="1474800"/>
            <a:ext cx="8101800" cy="0"/>
          </a:xfrm>
          <a:prstGeom prst="straightConnector1">
            <a:avLst/>
          </a:prstGeom>
          <a:noFill/>
          <a:ln cap="flat" cmpd="sng" w="9525">
            <a:solidFill>
              <a:schemeClr val="accent6"/>
            </a:solidFill>
            <a:prstDash val="solid"/>
            <a:round/>
            <a:headEnd len="sm" w="sm" type="none"/>
            <a:tailEnd len="sm" w="sm" type="none"/>
          </a:ln>
        </p:spPr>
      </p:cxnSp>
      <p:cxnSp>
        <p:nvCxnSpPr>
          <p:cNvPr id="1575" name="Google Shape;1575;p87"/>
          <p:cNvCxnSpPr/>
          <p:nvPr/>
        </p:nvCxnSpPr>
        <p:spPr>
          <a:xfrm rot="10800000">
            <a:off x="520900" y="2741050"/>
            <a:ext cx="8101800" cy="0"/>
          </a:xfrm>
          <a:prstGeom prst="straightConnector1">
            <a:avLst/>
          </a:prstGeom>
          <a:noFill/>
          <a:ln cap="flat" cmpd="sng" w="9525">
            <a:solidFill>
              <a:schemeClr val="accent6"/>
            </a:solidFill>
            <a:prstDash val="solid"/>
            <a:round/>
            <a:headEnd len="sm" w="sm" type="none"/>
            <a:tailEnd len="sm" w="sm" type="none"/>
          </a:ln>
        </p:spPr>
      </p:cxnSp>
      <p:cxnSp>
        <p:nvCxnSpPr>
          <p:cNvPr id="1576" name="Google Shape;1576;p87"/>
          <p:cNvCxnSpPr/>
          <p:nvPr/>
        </p:nvCxnSpPr>
        <p:spPr>
          <a:xfrm rot="10800000">
            <a:off x="519675" y="4616750"/>
            <a:ext cx="8101800" cy="0"/>
          </a:xfrm>
          <a:prstGeom prst="straightConnector1">
            <a:avLst/>
          </a:prstGeom>
          <a:noFill/>
          <a:ln cap="flat" cmpd="sng" w="9525">
            <a:solidFill>
              <a:schemeClr val="accent6"/>
            </a:solidFill>
            <a:prstDash val="solid"/>
            <a:round/>
            <a:headEnd len="sm" w="sm" type="none"/>
            <a:tailEnd len="sm" w="sm" type="none"/>
          </a:ln>
        </p:spPr>
      </p:cxnSp>
      <p:cxnSp>
        <p:nvCxnSpPr>
          <p:cNvPr id="1577" name="Google Shape;1577;p87"/>
          <p:cNvCxnSpPr/>
          <p:nvPr/>
        </p:nvCxnSpPr>
        <p:spPr>
          <a:xfrm rot="10800000">
            <a:off x="520900" y="3374200"/>
            <a:ext cx="8101800" cy="0"/>
          </a:xfrm>
          <a:prstGeom prst="straightConnector1">
            <a:avLst/>
          </a:prstGeom>
          <a:noFill/>
          <a:ln cap="flat" cmpd="sng" w="9525">
            <a:solidFill>
              <a:schemeClr val="accent6"/>
            </a:solidFill>
            <a:prstDash val="solid"/>
            <a:round/>
            <a:headEnd len="sm" w="sm" type="none"/>
            <a:tailEnd len="sm" w="sm" type="none"/>
          </a:ln>
        </p:spPr>
      </p:cxnSp>
      <p:cxnSp>
        <p:nvCxnSpPr>
          <p:cNvPr id="1578" name="Google Shape;1578;p87"/>
          <p:cNvCxnSpPr/>
          <p:nvPr/>
        </p:nvCxnSpPr>
        <p:spPr>
          <a:xfrm rot="10800000">
            <a:off x="520900" y="4007325"/>
            <a:ext cx="8101800" cy="0"/>
          </a:xfrm>
          <a:prstGeom prst="straightConnector1">
            <a:avLst/>
          </a:prstGeom>
          <a:noFill/>
          <a:ln cap="flat" cmpd="sng" w="9525">
            <a:solidFill>
              <a:schemeClr val="accent6"/>
            </a:solidFill>
            <a:prstDash val="solid"/>
            <a:round/>
            <a:headEnd len="sm" w="sm" type="none"/>
            <a:tailEnd len="sm" w="sm" type="none"/>
          </a:ln>
        </p:spPr>
      </p:cxnSp>
      <p:cxnSp>
        <p:nvCxnSpPr>
          <p:cNvPr id="1579" name="Google Shape;1579;p87"/>
          <p:cNvCxnSpPr/>
          <p:nvPr/>
        </p:nvCxnSpPr>
        <p:spPr>
          <a:xfrm>
            <a:off x="8622700" y="334925"/>
            <a:ext cx="0" cy="4814100"/>
          </a:xfrm>
          <a:prstGeom prst="straightConnector1">
            <a:avLst/>
          </a:prstGeom>
          <a:noFill/>
          <a:ln cap="flat" cmpd="sng" w="9525">
            <a:solidFill>
              <a:schemeClr val="accent6"/>
            </a:solidFill>
            <a:prstDash val="solid"/>
            <a:round/>
            <a:headEnd len="sm" w="sm" type="none"/>
            <a:tailEnd len="sm" w="sm" type="none"/>
          </a:ln>
        </p:spPr>
      </p:cxnSp>
      <p:sp>
        <p:nvSpPr>
          <p:cNvPr id="1580" name="Google Shape;1580;p87"/>
          <p:cNvSpPr txBox="1"/>
          <p:nvPr>
            <p:ph idx="33" type="title"/>
          </p:nvPr>
        </p:nvSpPr>
        <p:spPr>
          <a:xfrm flipH="1">
            <a:off x="524150" y="334900"/>
            <a:ext cx="8098500" cy="510000"/>
          </a:xfrm>
          <a:prstGeom prst="rect">
            <a:avLst/>
          </a:prstGeom>
        </p:spPr>
        <p:txBody>
          <a:bodyPr anchorCtr="0" anchor="ctr" bIns="91425" lIns="274300" spcFirstLastPara="1" rIns="91425" wrap="square" tIns="91425">
            <a:noAutofit/>
          </a:bodyPr>
          <a:lstStyle/>
          <a:p>
            <a:pPr indent="0" lvl="0" marL="0" rtl="0" algn="l">
              <a:lnSpc>
                <a:spcPct val="100000"/>
              </a:lnSpc>
              <a:spcBef>
                <a:spcPts val="0"/>
              </a:spcBef>
              <a:spcAft>
                <a:spcPts val="0"/>
              </a:spcAft>
              <a:buSzPts val="2400"/>
              <a:buNone/>
            </a:pPr>
            <a:r>
              <a:rPr lang="en"/>
              <a:t>Gemini 3 prompting</a:t>
            </a:r>
            <a:endParaRPr/>
          </a:p>
        </p:txBody>
      </p:sp>
      <p:sp>
        <p:nvSpPr>
          <p:cNvPr id="1581" name="Google Shape;1581;p87"/>
          <p:cNvSpPr txBox="1"/>
          <p:nvPr>
            <p:ph idx="19" type="title"/>
          </p:nvPr>
        </p:nvSpPr>
        <p:spPr>
          <a:xfrm>
            <a:off x="522050" y="3375525"/>
            <a:ext cx="1661100" cy="632100"/>
          </a:xfrm>
          <a:prstGeom prst="rect">
            <a:avLst/>
          </a:prstGeom>
        </p:spPr>
        <p:txBody>
          <a:bodyPr anchorCtr="0" anchor="ctr" bIns="0" lIns="182875" spcFirstLastPara="1" rIns="182875" wrap="square" tIns="0">
            <a:normAutofit/>
          </a:bodyPr>
          <a:lstStyle/>
          <a:p>
            <a:pPr indent="0" lvl="0" marL="0" rtl="0" algn="l">
              <a:lnSpc>
                <a:spcPct val="90000"/>
              </a:lnSpc>
              <a:spcBef>
                <a:spcPts val="0"/>
              </a:spcBef>
              <a:spcAft>
                <a:spcPts val="0"/>
              </a:spcAft>
              <a:buSzPts val="1000"/>
              <a:buNone/>
            </a:pPr>
            <a:r>
              <a:rPr lang="en"/>
              <a:t>Context following (“Grounding”)</a:t>
            </a:r>
            <a:endParaRPr/>
          </a:p>
        </p:txBody>
      </p:sp>
      <p:sp>
        <p:nvSpPr>
          <p:cNvPr id="1582" name="Google Shape;1582;p87"/>
          <p:cNvSpPr txBox="1"/>
          <p:nvPr>
            <p:ph idx="22" type="title"/>
          </p:nvPr>
        </p:nvSpPr>
        <p:spPr>
          <a:xfrm>
            <a:off x="522075" y="1474600"/>
            <a:ext cx="1661100" cy="632100"/>
          </a:xfrm>
          <a:prstGeom prst="rect">
            <a:avLst/>
          </a:prstGeom>
        </p:spPr>
        <p:txBody>
          <a:bodyPr anchorCtr="0" anchor="ctr" bIns="0" lIns="182875" spcFirstLastPara="1" rIns="182875" wrap="square" tIns="0">
            <a:normAutofit/>
          </a:bodyPr>
          <a:lstStyle/>
          <a:p>
            <a:pPr indent="0" lvl="0" marL="0" rtl="0" algn="l">
              <a:lnSpc>
                <a:spcPct val="90000"/>
              </a:lnSpc>
              <a:spcBef>
                <a:spcPts val="0"/>
              </a:spcBef>
              <a:spcAft>
                <a:spcPts val="0"/>
              </a:spcAft>
              <a:buSzPts val="1000"/>
              <a:buNone/>
            </a:pPr>
            <a:r>
              <a:rPr lang="en"/>
              <a:t>Deduction vs Inference</a:t>
            </a:r>
            <a:endParaRPr/>
          </a:p>
        </p:txBody>
      </p:sp>
      <p:sp>
        <p:nvSpPr>
          <p:cNvPr id="1583" name="Google Shape;1583;p87"/>
          <p:cNvSpPr txBox="1"/>
          <p:nvPr>
            <p:ph idx="23" type="title"/>
          </p:nvPr>
        </p:nvSpPr>
        <p:spPr>
          <a:xfrm>
            <a:off x="522075" y="2108563"/>
            <a:ext cx="1661100" cy="632100"/>
          </a:xfrm>
          <a:prstGeom prst="rect">
            <a:avLst/>
          </a:prstGeom>
        </p:spPr>
        <p:txBody>
          <a:bodyPr anchorCtr="0" anchor="ctr" bIns="0" lIns="182875" spcFirstLastPara="1" rIns="182875" wrap="square" tIns="0">
            <a:normAutofit/>
          </a:bodyPr>
          <a:lstStyle/>
          <a:p>
            <a:pPr indent="0" lvl="0" marL="0" rtl="0" algn="l">
              <a:lnSpc>
                <a:spcPct val="90000"/>
              </a:lnSpc>
              <a:spcBef>
                <a:spcPts val="0"/>
              </a:spcBef>
              <a:spcAft>
                <a:spcPts val="0"/>
              </a:spcAft>
              <a:buSzPts val="1000"/>
              <a:buNone/>
            </a:pPr>
            <a:r>
              <a:rPr lang="en"/>
              <a:t>Split-step verification</a:t>
            </a:r>
            <a:endParaRPr/>
          </a:p>
        </p:txBody>
      </p:sp>
      <p:sp>
        <p:nvSpPr>
          <p:cNvPr id="1584" name="Google Shape;1584;p87"/>
          <p:cNvSpPr txBox="1"/>
          <p:nvPr>
            <p:ph idx="24" type="title"/>
          </p:nvPr>
        </p:nvSpPr>
        <p:spPr>
          <a:xfrm>
            <a:off x="522075" y="2740413"/>
            <a:ext cx="1661100" cy="632100"/>
          </a:xfrm>
          <a:prstGeom prst="rect">
            <a:avLst/>
          </a:prstGeom>
        </p:spPr>
        <p:txBody>
          <a:bodyPr anchorCtr="0" anchor="ctr" bIns="0" lIns="182875" spcFirstLastPara="1" rIns="182875" wrap="square" tIns="0">
            <a:normAutofit/>
          </a:bodyPr>
          <a:lstStyle/>
          <a:p>
            <a:pPr indent="0" lvl="0" marL="0" rtl="0" algn="l">
              <a:lnSpc>
                <a:spcPct val="90000"/>
              </a:lnSpc>
              <a:spcBef>
                <a:spcPts val="0"/>
              </a:spcBef>
              <a:spcAft>
                <a:spcPts val="0"/>
              </a:spcAft>
              <a:buSzPts val="1000"/>
              <a:buNone/>
            </a:pPr>
            <a:r>
              <a:rPr lang="en"/>
              <a:t>Place more important stuff last</a:t>
            </a:r>
            <a:endParaRPr/>
          </a:p>
        </p:txBody>
      </p:sp>
      <p:sp>
        <p:nvSpPr>
          <p:cNvPr id="1585" name="Google Shape;1585;p87"/>
          <p:cNvSpPr txBox="1"/>
          <p:nvPr>
            <p:ph idx="25" type="title"/>
          </p:nvPr>
        </p:nvSpPr>
        <p:spPr>
          <a:xfrm>
            <a:off x="522075" y="4005674"/>
            <a:ext cx="1661100" cy="609300"/>
          </a:xfrm>
          <a:prstGeom prst="rect">
            <a:avLst/>
          </a:prstGeom>
        </p:spPr>
        <p:txBody>
          <a:bodyPr anchorCtr="0" anchor="ctr" bIns="0" lIns="182875" spcFirstLastPara="1" rIns="182875" wrap="square" tIns="0">
            <a:normAutofit/>
          </a:bodyPr>
          <a:lstStyle/>
          <a:p>
            <a:pPr indent="0" lvl="0" marL="0" rtl="0" algn="l">
              <a:lnSpc>
                <a:spcPct val="90000"/>
              </a:lnSpc>
              <a:spcBef>
                <a:spcPts val="0"/>
              </a:spcBef>
              <a:spcAft>
                <a:spcPts val="0"/>
              </a:spcAft>
              <a:buSzPts val="1000"/>
              <a:buNone/>
            </a:pPr>
            <a:r>
              <a:rPr lang="en"/>
              <a:t>Processing all context</a:t>
            </a:r>
            <a:endParaRPr/>
          </a:p>
        </p:txBody>
      </p:sp>
      <p:sp>
        <p:nvSpPr>
          <p:cNvPr id="1586" name="Google Shape;1586;p87"/>
          <p:cNvSpPr txBox="1"/>
          <p:nvPr>
            <p:ph idx="14" type="title"/>
          </p:nvPr>
        </p:nvSpPr>
        <p:spPr>
          <a:xfrm>
            <a:off x="2184142" y="1475325"/>
            <a:ext cx="6437400" cy="632100"/>
          </a:xfrm>
          <a:prstGeom prst="rect">
            <a:avLst/>
          </a:prstGeom>
        </p:spPr>
        <p:txBody>
          <a:bodyPr anchorCtr="0" anchor="ctr" bIns="91425" lIns="137150" spcFirstLastPara="1" rIns="91425" wrap="square" tIns="91425">
            <a:normAutofit/>
          </a:bodyPr>
          <a:lstStyle/>
          <a:p>
            <a:pPr indent="0" lvl="0" marL="0" rtl="0" algn="l">
              <a:lnSpc>
                <a:spcPct val="90000"/>
              </a:lnSpc>
              <a:spcBef>
                <a:spcPts val="0"/>
              </a:spcBef>
              <a:spcAft>
                <a:spcPts val="0"/>
              </a:spcAft>
              <a:buSzPts val="1000"/>
              <a:buNone/>
            </a:pPr>
            <a:r>
              <a:rPr lang="en"/>
              <a:t>Blanket negative statements like “Do not infer” to avoid extrapolation can be </a:t>
            </a:r>
            <a:r>
              <a:rPr lang="en"/>
              <a:t>over indexed</a:t>
            </a:r>
            <a:r>
              <a:rPr lang="en"/>
              <a:t> on and interpreted as “Do not think”. Instead, use a specific prompt like “Verify your answer using tools available to you”</a:t>
            </a:r>
            <a:endParaRPr/>
          </a:p>
        </p:txBody>
      </p:sp>
      <p:sp>
        <p:nvSpPr>
          <p:cNvPr id="1587" name="Google Shape;1587;p87"/>
          <p:cNvSpPr txBox="1"/>
          <p:nvPr>
            <p:ph idx="15" type="title"/>
          </p:nvPr>
        </p:nvSpPr>
        <p:spPr>
          <a:xfrm>
            <a:off x="2184142" y="2107275"/>
            <a:ext cx="6437400" cy="632100"/>
          </a:xfrm>
          <a:prstGeom prst="rect">
            <a:avLst/>
          </a:prstGeom>
        </p:spPr>
        <p:txBody>
          <a:bodyPr anchorCtr="0" anchor="ctr" bIns="91425" lIns="137150" spcFirstLastPara="1" rIns="91425" wrap="square" tIns="91425">
            <a:normAutofit/>
          </a:bodyPr>
          <a:lstStyle/>
          <a:p>
            <a:pPr indent="0" lvl="0" marL="0" rtl="0" algn="l">
              <a:lnSpc>
                <a:spcPct val="90000"/>
              </a:lnSpc>
              <a:spcBef>
                <a:spcPts val="0"/>
              </a:spcBef>
              <a:spcAft>
                <a:spcPts val="0"/>
              </a:spcAft>
              <a:buSzPts val="1000"/>
              <a:buNone/>
            </a:pPr>
            <a:r>
              <a:rPr lang="en"/>
              <a:t>Gemini will try hard to satisfy your request. If it can’t it may make it up. To avoid this, start with asking it to verify its sources and then later ask it to provide a response to your question.</a:t>
            </a:r>
            <a:endParaRPr/>
          </a:p>
        </p:txBody>
      </p:sp>
      <p:sp>
        <p:nvSpPr>
          <p:cNvPr id="1588" name="Google Shape;1588;p87"/>
          <p:cNvSpPr txBox="1"/>
          <p:nvPr>
            <p:ph idx="17" type="title"/>
          </p:nvPr>
        </p:nvSpPr>
        <p:spPr>
          <a:xfrm>
            <a:off x="2184175" y="3375975"/>
            <a:ext cx="6437400" cy="632100"/>
          </a:xfrm>
          <a:prstGeom prst="rect">
            <a:avLst/>
          </a:prstGeom>
        </p:spPr>
        <p:txBody>
          <a:bodyPr anchorCtr="0" anchor="ctr" bIns="91425" lIns="137150" spcFirstLastPara="1" rIns="91425" wrap="square" tIns="91425">
            <a:normAutofit/>
          </a:bodyPr>
          <a:lstStyle/>
          <a:p>
            <a:pPr indent="0" lvl="0" marL="0" rtl="0" algn="l">
              <a:lnSpc>
                <a:spcPct val="90000"/>
              </a:lnSpc>
              <a:spcBef>
                <a:spcPts val="0"/>
              </a:spcBef>
              <a:spcAft>
                <a:spcPts val="0"/>
              </a:spcAft>
              <a:buSzPts val="1000"/>
              <a:buNone/>
            </a:pPr>
            <a:r>
              <a:rPr b="1" lang="en"/>
              <a:t>To prevent the agent from using its own knowledge and ignoring your provided information, provide a grounding prompt ex. “Treat the provided context as the absolute limit of truth”</a:t>
            </a:r>
            <a:endParaRPr b="1"/>
          </a:p>
        </p:txBody>
      </p:sp>
      <p:sp>
        <p:nvSpPr>
          <p:cNvPr id="1589" name="Google Shape;1589;p87"/>
          <p:cNvSpPr txBox="1"/>
          <p:nvPr>
            <p:ph idx="18" type="title"/>
          </p:nvPr>
        </p:nvSpPr>
        <p:spPr>
          <a:xfrm>
            <a:off x="2184150" y="4008675"/>
            <a:ext cx="6437400" cy="609300"/>
          </a:xfrm>
          <a:prstGeom prst="rect">
            <a:avLst/>
          </a:prstGeom>
        </p:spPr>
        <p:txBody>
          <a:bodyPr anchorCtr="0" anchor="ctr" bIns="91425" lIns="137150" spcFirstLastPara="1" rIns="91425" wrap="square" tIns="91425">
            <a:normAutofit/>
          </a:bodyPr>
          <a:lstStyle/>
          <a:p>
            <a:pPr indent="0" lvl="0" marL="0" rtl="0" algn="l">
              <a:lnSpc>
                <a:spcPct val="90000"/>
              </a:lnSpc>
              <a:spcBef>
                <a:spcPts val="0"/>
              </a:spcBef>
              <a:spcAft>
                <a:spcPts val="0"/>
              </a:spcAft>
              <a:buSzPts val="1000"/>
              <a:buNone/>
            </a:pPr>
            <a:r>
              <a:rPr lang="en"/>
              <a:t>Gemini may stop on the first match in a document you provide. To make it thorough, place “Based on the entire document above…” at the </a:t>
            </a:r>
            <a:r>
              <a:rPr lang="en"/>
              <a:t>bottom of the provided document.</a:t>
            </a:r>
            <a:endParaRPr/>
          </a:p>
        </p:txBody>
      </p:sp>
      <p:sp>
        <p:nvSpPr>
          <p:cNvPr id="1590" name="Google Shape;1590;p87"/>
          <p:cNvSpPr txBox="1"/>
          <p:nvPr>
            <p:ph idx="15" type="title"/>
          </p:nvPr>
        </p:nvSpPr>
        <p:spPr>
          <a:xfrm>
            <a:off x="2184175" y="2741325"/>
            <a:ext cx="6548700" cy="632100"/>
          </a:xfrm>
          <a:prstGeom prst="rect">
            <a:avLst/>
          </a:prstGeom>
        </p:spPr>
        <p:txBody>
          <a:bodyPr anchorCtr="0" anchor="ctr" bIns="91425" lIns="137150" spcFirstLastPara="1" rIns="91425" wrap="square" tIns="91425">
            <a:normAutofit/>
          </a:bodyPr>
          <a:lstStyle/>
          <a:p>
            <a:pPr indent="0" lvl="0" marL="0" rtl="0" algn="l">
              <a:lnSpc>
                <a:spcPct val="90000"/>
              </a:lnSpc>
              <a:spcBef>
                <a:spcPts val="0"/>
              </a:spcBef>
              <a:spcAft>
                <a:spcPts val="0"/>
              </a:spcAft>
              <a:buSzPts val="1000"/>
              <a:buNone/>
            </a:pPr>
            <a:r>
              <a:rPr lang="en"/>
              <a:t>Large documents and images can fade the importance of instructions and constraints. Place your documents first and most critical instructions last to avoid this.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4" name="Shape 1594"/>
        <p:cNvGrpSpPr/>
        <p:nvPr/>
      </p:nvGrpSpPr>
      <p:grpSpPr>
        <a:xfrm>
          <a:off x="0" y="0"/>
          <a:ext cx="0" cy="0"/>
          <a:chOff x="0" y="0"/>
          <a:chExt cx="0" cy="0"/>
        </a:xfrm>
      </p:grpSpPr>
      <p:sp>
        <p:nvSpPr>
          <p:cNvPr id="1595" name="Google Shape;1595;p88"/>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p>
            <a:pPr indent="0" lvl="0" marL="0" rtl="0" algn="l">
              <a:spcBef>
                <a:spcPts val="0"/>
              </a:spcBef>
              <a:spcAft>
                <a:spcPts val="0"/>
              </a:spcAft>
              <a:buNone/>
            </a:pPr>
            <a:r>
              <a:rPr lang="en"/>
              <a:t>Before and after</a:t>
            </a:r>
            <a:endParaRPr/>
          </a:p>
        </p:txBody>
      </p:sp>
      <p:sp>
        <p:nvSpPr>
          <p:cNvPr id="1596" name="Google Shape;1596;p88"/>
          <p:cNvSpPr txBox="1"/>
          <p:nvPr>
            <p:ph idx="4" type="body"/>
          </p:nvPr>
        </p:nvSpPr>
        <p:spPr>
          <a:xfrm>
            <a:off x="1285875" y="1558900"/>
            <a:ext cx="3471600" cy="2724300"/>
          </a:xfrm>
          <a:prstGeom prst="rect">
            <a:avLst/>
          </a:prstGeom>
        </p:spPr>
        <p:txBody>
          <a:bodyPr anchorCtr="0" anchor="t" bIns="91425" lIns="0" spcFirstLastPara="1" rIns="0" wrap="square" tIns="0">
            <a:spAutoFit/>
          </a:bodyPr>
          <a:lstStyle/>
          <a:p>
            <a:pPr indent="0" lvl="0" marL="0" rtl="0" algn="l">
              <a:spcBef>
                <a:spcPts val="0"/>
              </a:spcBef>
              <a:spcAft>
                <a:spcPts val="0"/>
              </a:spcAft>
              <a:buNone/>
            </a:pPr>
            <a:r>
              <a:rPr lang="en"/>
              <a:t>I’m building a Node app with Express and TypeORM and Postgres and I want to create an endpoint that returns users. The users have like id, name, email, createdAt and maybe some status field. I also want to be able to filter them optionally by status if it’s passed in. I’m using TypeScript. It should be clean code and production ready and probably use async/await.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Can you write the code for this including the entity and the route and stuff? Also make sure it handles errors. And it shouldn’t be too complicated but still good practice. I might want pagination later but not sure yet.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kind of new to this stack so just whatever makes sense.</a:t>
            </a:r>
            <a:endParaRPr/>
          </a:p>
        </p:txBody>
      </p:sp>
      <p:sp>
        <p:nvSpPr>
          <p:cNvPr id="1597" name="Google Shape;1597;p88"/>
          <p:cNvSpPr txBox="1"/>
          <p:nvPr>
            <p:ph idx="17" type="subTitle"/>
          </p:nvPr>
        </p:nvSpPr>
        <p:spPr>
          <a:xfrm>
            <a:off x="1227825" y="4348000"/>
            <a:ext cx="3605700" cy="600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This prompt is not optimized because it is has a lot of vague requirements as well as very </a:t>
            </a:r>
            <a:r>
              <a:rPr lang="en"/>
              <a:t>specific</a:t>
            </a:r>
            <a:r>
              <a:rPr lang="en"/>
              <a:t> coding requirements sprinkled throughout.</a:t>
            </a:r>
            <a:endParaRPr/>
          </a:p>
        </p:txBody>
      </p:sp>
      <p:grpSp>
        <p:nvGrpSpPr>
          <p:cNvPr id="1598" name="Google Shape;1598;p88"/>
          <p:cNvGrpSpPr/>
          <p:nvPr/>
        </p:nvGrpSpPr>
        <p:grpSpPr>
          <a:xfrm rot="5400000">
            <a:off x="596727" y="776873"/>
            <a:ext cx="369896" cy="333900"/>
            <a:chOff x="96076" y="654376"/>
            <a:chExt cx="369896" cy="333900"/>
          </a:xfrm>
        </p:grpSpPr>
        <p:cxnSp>
          <p:nvCxnSpPr>
            <p:cNvPr id="1599" name="Google Shape;1599;p8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600" name="Google Shape;1600;p8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601" name="Google Shape;1601;p8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1602" name="Google Shape;1602;p88"/>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603" name="Google Shape;1603;p88"/>
          <p:cNvCxnSpPr/>
          <p:nvPr/>
        </p:nvCxnSpPr>
        <p:spPr>
          <a:xfrm>
            <a:off x="1045950" y="1307575"/>
            <a:ext cx="3965700" cy="3000"/>
          </a:xfrm>
          <a:prstGeom prst="straightConnector1">
            <a:avLst/>
          </a:prstGeom>
          <a:noFill/>
          <a:ln cap="flat" cmpd="sng" w="9525">
            <a:solidFill>
              <a:schemeClr val="lt1"/>
            </a:solidFill>
            <a:prstDash val="solid"/>
            <a:round/>
            <a:headEnd len="sm" w="sm" type="none"/>
            <a:tailEnd len="sm" w="sm" type="none"/>
          </a:ln>
        </p:spPr>
      </p:cxnSp>
      <p:cxnSp>
        <p:nvCxnSpPr>
          <p:cNvPr id="1604" name="Google Shape;1604;p88"/>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605" name="Google Shape;1605;p88"/>
          <p:cNvCxnSpPr/>
          <p:nvPr/>
        </p:nvCxnSpPr>
        <p:spPr>
          <a:xfrm>
            <a:off x="5011625" y="-16475"/>
            <a:ext cx="7500" cy="5160000"/>
          </a:xfrm>
          <a:prstGeom prst="straightConnector1">
            <a:avLst/>
          </a:prstGeom>
          <a:noFill/>
          <a:ln cap="flat" cmpd="sng" w="9525">
            <a:solidFill>
              <a:schemeClr val="lt1"/>
            </a:solidFill>
            <a:prstDash val="solid"/>
            <a:round/>
            <a:headEnd len="sm" w="sm" type="none"/>
            <a:tailEnd len="sm" w="sm" type="none"/>
          </a:ln>
        </p:spPr>
      </p:cxnSp>
      <p:cxnSp>
        <p:nvCxnSpPr>
          <p:cNvPr id="1606" name="Google Shape;1606;p88"/>
          <p:cNvCxnSpPr/>
          <p:nvPr/>
        </p:nvCxnSpPr>
        <p:spPr>
          <a:xfrm rot="10800000">
            <a:off x="1041549" y="4315600"/>
            <a:ext cx="3977700" cy="0"/>
          </a:xfrm>
          <a:prstGeom prst="straightConnector1">
            <a:avLst/>
          </a:prstGeom>
          <a:noFill/>
          <a:ln cap="flat" cmpd="sng" w="9525">
            <a:solidFill>
              <a:schemeClr val="lt1"/>
            </a:solidFill>
            <a:prstDash val="solid"/>
            <a:round/>
            <a:headEnd len="sm" w="sm" type="none"/>
            <a:tailEnd len="sm" w="sm" type="none"/>
          </a:ln>
        </p:spPr>
      </p:cxnSp>
      <p:sp>
        <p:nvSpPr>
          <p:cNvPr id="1607" name="Google Shape;1607;p88"/>
          <p:cNvSpPr txBox="1"/>
          <p:nvPr/>
        </p:nvSpPr>
        <p:spPr>
          <a:xfrm>
            <a:off x="5090700" y="64900"/>
            <a:ext cx="3857700" cy="42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Inter"/>
                <a:ea typeface="Inter"/>
                <a:cs typeface="Inter"/>
                <a:sym typeface="Inter"/>
              </a:rPr>
              <a:t>You are an expert backend developer specializing in Node.js, Express, and TypeORM.</a:t>
            </a:r>
            <a:endParaRPr sz="800">
              <a:solidFill>
                <a:schemeClr val="lt1"/>
              </a:solidFill>
              <a:latin typeface="Inter"/>
              <a:ea typeface="Inter"/>
              <a:cs typeface="Inter"/>
              <a:sym typeface="Inter"/>
            </a:endParaRPr>
          </a:p>
          <a:p>
            <a:pPr indent="0" lvl="0" marL="0" rtl="0" algn="l">
              <a:spcBef>
                <a:spcPts val="0"/>
              </a:spcBef>
              <a:spcAft>
                <a:spcPts val="0"/>
              </a:spcAft>
              <a:buNone/>
            </a:pPr>
            <a:r>
              <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Task</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Generate the TypeScript code for a complete, production-ready Express API endpoint to fetch a list of users from a PostgreSQL database using TypeORM.</a:t>
            </a:r>
            <a:endParaRPr sz="800">
              <a:solidFill>
                <a:schemeClr val="lt1"/>
              </a:solidFill>
              <a:latin typeface="Inter"/>
              <a:ea typeface="Inter"/>
              <a:cs typeface="Inter"/>
              <a:sym typeface="Inter"/>
            </a:endParaRPr>
          </a:p>
          <a:p>
            <a:pPr indent="0" lvl="0" marL="0" rtl="0" algn="l">
              <a:spcBef>
                <a:spcPts val="0"/>
              </a:spcBef>
              <a:spcAft>
                <a:spcPts val="0"/>
              </a:spcAft>
              <a:buNone/>
            </a:pPr>
            <a:r>
              <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Specifications</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**Technology Stack:** Node.js, Express, TypeScript, TypeORM, PostgreSQL.</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**Code Style:** Use modern async/await syntax and follow clean code principles with separation of concerns (e.g., controllers, services, entities).</a:t>
            </a:r>
            <a:endParaRPr sz="800">
              <a:solidFill>
                <a:schemeClr val="lt1"/>
              </a:solidFill>
              <a:latin typeface="Inter"/>
              <a:ea typeface="Inter"/>
              <a:cs typeface="Inter"/>
              <a:sym typeface="Inter"/>
            </a:endParaRPr>
          </a:p>
          <a:p>
            <a:pPr indent="0" lvl="0" marL="0" rtl="0" algn="l">
              <a:spcBef>
                <a:spcPts val="0"/>
              </a:spcBef>
              <a:spcAft>
                <a:spcPts val="0"/>
              </a:spcAft>
              <a:buNone/>
            </a:pPr>
            <a:r>
              <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**User Entity (`user.entity.ts`):**</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 `id`: UUID, primary key.</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 `name`: string.</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 `email`: string, unique.</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 `status`: an enum `UserStatus` with values `'active'`, `'inactive'`, `'pending'`. Default to `'pending'`.</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 `createdAt`: timestamp, automatically set on creation.</a:t>
            </a:r>
            <a:endParaRPr sz="800">
              <a:solidFill>
                <a:schemeClr val="lt1"/>
              </a:solidFill>
              <a:latin typeface="Inter"/>
              <a:ea typeface="Inter"/>
              <a:cs typeface="Inter"/>
              <a:sym typeface="Inter"/>
            </a:endParaRPr>
          </a:p>
          <a:p>
            <a:pPr indent="0" lvl="0" marL="0" rtl="0" algn="l">
              <a:spcBef>
                <a:spcPts val="0"/>
              </a:spcBef>
              <a:spcAft>
                <a:spcPts val="0"/>
              </a:spcAft>
              <a:buNone/>
            </a:pPr>
            <a:r>
              <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**API Endpoint:**</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 **Method &amp; Path:** `GET /users`</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 **Filtering:** Allow filtering by `status` via a query parameter (e.g., `/users?status=active`). If the parameter is not provided, return all users.</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 **Pagination:** Implement basic pagination using `page` and `limit` query parameters (e.g., `/users?page=1&amp;limit=20`). Default to `page=1` and `limit=10`.</a:t>
            </a:r>
            <a:endParaRPr sz="800">
              <a:solidFill>
                <a:schemeClr val="lt1"/>
              </a:solidFill>
              <a:latin typeface="Inter"/>
              <a:ea typeface="Inter"/>
              <a:cs typeface="Inter"/>
              <a:sym typeface="Inter"/>
            </a:endParaRPr>
          </a:p>
          <a:p>
            <a:pPr indent="0" lvl="0" marL="0" rtl="0" algn="l">
              <a:spcBef>
                <a:spcPts val="0"/>
              </a:spcBef>
              <a:spcAft>
                <a:spcPts val="0"/>
              </a:spcAft>
              <a:buNone/>
            </a:pPr>
            <a:r>
              <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**Error Handling:** Implement try/catch blocks to handle potential database or logic errors, returning a meaningful JSON error response with an appropriate HTTP status code (e.g., 500).</a:t>
            </a:r>
            <a:endParaRPr sz="800">
              <a:solidFill>
                <a:schemeClr val="lt1"/>
              </a:solidFill>
              <a:latin typeface="Inter"/>
              <a:ea typeface="Inter"/>
              <a:cs typeface="Inter"/>
              <a:sym typeface="Inter"/>
            </a:endParaRPr>
          </a:p>
          <a:p>
            <a:pPr indent="0" lvl="0" marL="0" rtl="0" algn="l">
              <a:spcBef>
                <a:spcPts val="0"/>
              </a:spcBef>
              <a:spcAft>
                <a:spcPts val="0"/>
              </a:spcAft>
              <a:buNone/>
            </a:pPr>
            <a:r>
              <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Output Format</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Provide the complete code organized into the following distinct files, each with a clear file name marker:</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`user.entity.ts`</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`user.service.ts`</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`user.controller.ts`</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`user.routes.ts`</a:t>
            </a:r>
            <a:endParaRPr sz="800">
              <a:solidFill>
                <a:schemeClr val="lt1"/>
              </a:solidFill>
              <a:latin typeface="Inter"/>
              <a:ea typeface="Inter"/>
              <a:cs typeface="Inter"/>
              <a:sym typeface="Inter"/>
            </a:endParaRPr>
          </a:p>
          <a:p>
            <a:pPr indent="0" lvl="0" marL="0" rtl="0" algn="l">
              <a:spcBef>
                <a:spcPts val="0"/>
              </a:spcBef>
              <a:spcAft>
                <a:spcPts val="0"/>
              </a:spcAft>
              <a:buNone/>
            </a:pPr>
            <a:r>
              <a:t/>
            </a:r>
            <a:endParaRPr sz="800">
              <a:solidFill>
                <a:schemeClr val="lt1"/>
              </a:solidFill>
              <a:latin typeface="Inter"/>
              <a:ea typeface="Inter"/>
              <a:cs typeface="Inter"/>
              <a:sym typeface="Inter"/>
            </a:endParaRPr>
          </a:p>
          <a:p>
            <a:pPr indent="0" lvl="0" marL="0" rtl="0" algn="l">
              <a:spcBef>
                <a:spcPts val="0"/>
              </a:spcBef>
              <a:spcAft>
                <a:spcPts val="0"/>
              </a:spcAft>
              <a:buNone/>
            </a:pPr>
            <a:r>
              <a:t/>
            </a:r>
            <a:endParaRPr sz="800">
              <a:solidFill>
                <a:schemeClr val="lt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1" name="Shape 1611"/>
        <p:cNvGrpSpPr/>
        <p:nvPr/>
      </p:nvGrpSpPr>
      <p:grpSpPr>
        <a:xfrm>
          <a:off x="0" y="0"/>
          <a:ext cx="0" cy="0"/>
          <a:chOff x="0" y="0"/>
          <a:chExt cx="0" cy="0"/>
        </a:xfrm>
      </p:grpSpPr>
      <p:sp>
        <p:nvSpPr>
          <p:cNvPr id="1612" name="Google Shape;1612;p89"/>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p>
            <a:pPr indent="0" lvl="0" marL="0" rtl="0" algn="l">
              <a:spcBef>
                <a:spcPts val="0"/>
              </a:spcBef>
              <a:spcAft>
                <a:spcPts val="0"/>
              </a:spcAft>
              <a:buNone/>
            </a:pPr>
            <a:r>
              <a:rPr lang="en"/>
              <a:t>OpenAI models</a:t>
            </a:r>
            <a:endParaRPr/>
          </a:p>
        </p:txBody>
      </p:sp>
      <p:sp>
        <p:nvSpPr>
          <p:cNvPr id="1613" name="Google Shape;1613;p89"/>
          <p:cNvSpPr txBox="1"/>
          <p:nvPr>
            <p:ph idx="4" type="subTitle"/>
          </p:nvPr>
        </p:nvSpPr>
        <p:spPr>
          <a:xfrm>
            <a:off x="1303550" y="1309276"/>
            <a:ext cx="2607000" cy="946500"/>
          </a:xfrm>
          <a:prstGeom prst="rect">
            <a:avLst/>
          </a:prstGeom>
        </p:spPr>
        <p:txBody>
          <a:bodyPr anchorCtr="0" anchor="t" bIns="91425" lIns="0" spcFirstLastPara="1" rIns="457200" wrap="square" tIns="91425">
            <a:spAutoFit/>
          </a:bodyPr>
          <a:lstStyle/>
          <a:p>
            <a:pPr indent="0" lvl="0" marL="0" rtl="0" algn="l">
              <a:spcBef>
                <a:spcPts val="0"/>
              </a:spcBef>
              <a:spcAft>
                <a:spcPts val="0"/>
              </a:spcAft>
              <a:buNone/>
            </a:pPr>
            <a:r>
              <a:rPr lang="en"/>
              <a:t>Say what to do instead, rather than what not to do</a:t>
            </a:r>
            <a:endParaRPr/>
          </a:p>
        </p:txBody>
      </p:sp>
      <p:sp>
        <p:nvSpPr>
          <p:cNvPr id="1614" name="Google Shape;1614;p89"/>
          <p:cNvSpPr txBox="1"/>
          <p:nvPr>
            <p:ph idx="5" type="subTitle"/>
          </p:nvPr>
        </p:nvSpPr>
        <p:spPr>
          <a:xfrm>
            <a:off x="5223450" y="1309277"/>
            <a:ext cx="2607000" cy="415500"/>
          </a:xfrm>
          <a:prstGeom prst="rect">
            <a:avLst/>
          </a:prstGeom>
        </p:spPr>
        <p:txBody>
          <a:bodyPr anchorCtr="0" anchor="t" bIns="91425" lIns="0" spcFirstLastPara="1" rIns="457200" wrap="square" tIns="91425">
            <a:spAutoFit/>
          </a:bodyPr>
          <a:lstStyle/>
          <a:p>
            <a:pPr indent="0" lvl="0" marL="0" rtl="0" algn="l">
              <a:spcBef>
                <a:spcPts val="0"/>
              </a:spcBef>
              <a:spcAft>
                <a:spcPts val="0"/>
              </a:spcAft>
              <a:buNone/>
            </a:pPr>
            <a:r>
              <a:rPr lang="en"/>
              <a:t>Leading Word trick</a:t>
            </a:r>
            <a:endParaRPr/>
          </a:p>
        </p:txBody>
      </p:sp>
      <p:sp>
        <p:nvSpPr>
          <p:cNvPr id="1615" name="Google Shape;1615;p89"/>
          <p:cNvSpPr txBox="1"/>
          <p:nvPr>
            <p:ph idx="6" type="subTitle"/>
          </p:nvPr>
        </p:nvSpPr>
        <p:spPr>
          <a:xfrm>
            <a:off x="1285875" y="3355600"/>
            <a:ext cx="1532400" cy="23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Be specific</a:t>
            </a:r>
            <a:endParaRPr/>
          </a:p>
        </p:txBody>
      </p:sp>
      <p:sp>
        <p:nvSpPr>
          <p:cNvPr id="1616" name="Google Shape;1616;p89"/>
          <p:cNvSpPr txBox="1"/>
          <p:nvPr>
            <p:ph idx="8" type="subTitle"/>
          </p:nvPr>
        </p:nvSpPr>
        <p:spPr>
          <a:xfrm>
            <a:off x="1285875" y="3690250"/>
            <a:ext cx="3238500" cy="23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Use ### or “”” to separate context</a:t>
            </a:r>
            <a:endParaRPr/>
          </a:p>
        </p:txBody>
      </p:sp>
      <p:sp>
        <p:nvSpPr>
          <p:cNvPr id="1617" name="Google Shape;1617;p89"/>
          <p:cNvSpPr txBox="1"/>
          <p:nvPr>
            <p:ph idx="22" type="subTitle"/>
          </p:nvPr>
        </p:nvSpPr>
        <p:spPr>
          <a:xfrm>
            <a:off x="5197650" y="4654300"/>
            <a:ext cx="3769500" cy="521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solidFill>
                  <a:srgbClr val="FF0000"/>
                </a:solidFill>
              </a:rPr>
              <a:t>If a coworker doesn’t understand your prompt, it’s not a good prompt!</a:t>
            </a:r>
            <a:endParaRPr>
              <a:solidFill>
                <a:srgbClr val="FF0000"/>
              </a:solidFill>
            </a:endParaRPr>
          </a:p>
        </p:txBody>
      </p:sp>
      <p:sp>
        <p:nvSpPr>
          <p:cNvPr id="1618" name="Google Shape;1618;p89"/>
          <p:cNvSpPr txBox="1"/>
          <p:nvPr>
            <p:ph idx="26" type="body"/>
          </p:nvPr>
        </p:nvSpPr>
        <p:spPr>
          <a:xfrm>
            <a:off x="1285875" y="2224013"/>
            <a:ext cx="3289800" cy="1038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Bad: DO NOT ASK USERNAME OR PASSWORD. DO NOT REPEAT.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Good: Instead of asking for PII, such as username or password, refer the user to the help article www.samplewebsite.com/help/faq</a:t>
            </a:r>
            <a:endParaRPr/>
          </a:p>
        </p:txBody>
      </p:sp>
      <p:sp>
        <p:nvSpPr>
          <p:cNvPr id="1619" name="Google Shape;1619;p89"/>
          <p:cNvSpPr txBox="1"/>
          <p:nvPr>
            <p:ph idx="27" type="body"/>
          </p:nvPr>
        </p:nvSpPr>
        <p:spPr>
          <a:xfrm>
            <a:off x="5223450" y="1698250"/>
            <a:ext cx="3440100" cy="1746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Example prompt:</a:t>
            </a:r>
            <a:endParaRPr/>
          </a:p>
          <a:p>
            <a:pPr indent="0" lvl="0" marL="0" rtl="0" algn="l">
              <a:spcBef>
                <a:spcPts val="0"/>
              </a:spcBef>
              <a:spcAft>
                <a:spcPts val="0"/>
              </a:spcAft>
              <a:buNone/>
            </a:pPr>
            <a:r>
              <a:t/>
            </a:r>
            <a:endParaRPr i="1"/>
          </a:p>
          <a:p>
            <a:pPr indent="0" lvl="0" marL="0" rtl="0" algn="l">
              <a:spcBef>
                <a:spcPts val="0"/>
              </a:spcBef>
              <a:spcAft>
                <a:spcPts val="0"/>
              </a:spcAft>
              <a:buNone/>
            </a:pPr>
            <a:r>
              <a:rPr i="1" lang="en"/>
              <a:t>Build me a python script that asks me for a number in miles and converts it to kilometers.</a:t>
            </a:r>
            <a:endParaRPr i="1"/>
          </a:p>
          <a:p>
            <a:pPr indent="0" lvl="0" marL="0" rtl="0" algn="l">
              <a:spcBef>
                <a:spcPts val="0"/>
              </a:spcBef>
              <a:spcAft>
                <a:spcPts val="0"/>
              </a:spcAft>
              <a:buNone/>
            </a:pPr>
            <a:r>
              <a:t/>
            </a:r>
            <a:endParaRPr i="1"/>
          </a:p>
          <a:p>
            <a:pPr indent="0" lvl="0" marL="0" rtl="0" algn="l">
              <a:spcBef>
                <a:spcPts val="0"/>
              </a:spcBef>
              <a:spcAft>
                <a:spcPts val="0"/>
              </a:spcAft>
              <a:buNone/>
            </a:pPr>
            <a:r>
              <a:rPr i="1" lang="en"/>
              <a:t>import</a:t>
            </a:r>
            <a:endParaRPr i="1"/>
          </a:p>
          <a:p>
            <a:pPr indent="0" lvl="0" marL="0" rtl="0" algn="l">
              <a:spcBef>
                <a:spcPts val="0"/>
              </a:spcBef>
              <a:spcAft>
                <a:spcPts val="0"/>
              </a:spcAft>
              <a:buNone/>
            </a:pPr>
            <a:r>
              <a:t/>
            </a:r>
            <a:endParaRPr i="1"/>
          </a:p>
          <a:p>
            <a:pPr indent="0" lvl="0" marL="0" rtl="0" algn="l">
              <a:spcBef>
                <a:spcPts val="0"/>
              </a:spcBef>
              <a:spcAft>
                <a:spcPts val="0"/>
              </a:spcAft>
              <a:buNone/>
            </a:pPr>
            <a:r>
              <a:rPr lang="en"/>
              <a:t>The last word encourages the LLM to predict </a:t>
            </a:r>
            <a:r>
              <a:rPr lang="en"/>
              <a:t>python code via next token prediction.</a:t>
            </a:r>
            <a:r>
              <a:rPr lang="en"/>
              <a:t> It also skips </a:t>
            </a:r>
            <a:r>
              <a:rPr i="1" lang="en"/>
              <a:t>preambles.</a:t>
            </a:r>
            <a:endParaRPr i="1"/>
          </a:p>
          <a:p>
            <a:pPr indent="0" lvl="0" marL="0" rtl="0" algn="l">
              <a:spcBef>
                <a:spcPts val="0"/>
              </a:spcBef>
              <a:spcAft>
                <a:spcPts val="0"/>
              </a:spcAft>
              <a:buNone/>
            </a:pPr>
            <a:r>
              <a:t/>
            </a:r>
            <a:endParaRPr/>
          </a:p>
        </p:txBody>
      </p:sp>
      <p:cxnSp>
        <p:nvCxnSpPr>
          <p:cNvPr id="1620" name="Google Shape;1620;p89"/>
          <p:cNvCxnSpPr/>
          <p:nvPr/>
        </p:nvCxnSpPr>
        <p:spPr>
          <a:xfrm>
            <a:off x="1045950" y="334900"/>
            <a:ext cx="8098500" cy="0"/>
          </a:xfrm>
          <a:prstGeom prst="straightConnector1">
            <a:avLst/>
          </a:prstGeom>
          <a:noFill/>
          <a:ln cap="flat" cmpd="sng" w="9525">
            <a:solidFill>
              <a:schemeClr val="accent6"/>
            </a:solidFill>
            <a:prstDash val="solid"/>
            <a:round/>
            <a:headEnd len="sm" w="sm" type="none"/>
            <a:tailEnd len="sm" w="sm" type="none"/>
          </a:ln>
        </p:spPr>
      </p:cxnSp>
      <p:grpSp>
        <p:nvGrpSpPr>
          <p:cNvPr id="1621" name="Google Shape;1621;p89"/>
          <p:cNvGrpSpPr/>
          <p:nvPr/>
        </p:nvGrpSpPr>
        <p:grpSpPr>
          <a:xfrm rot="5400000">
            <a:off x="596727" y="776873"/>
            <a:ext cx="369896" cy="333900"/>
            <a:chOff x="96076" y="654376"/>
            <a:chExt cx="369896" cy="333900"/>
          </a:xfrm>
        </p:grpSpPr>
        <p:cxnSp>
          <p:nvCxnSpPr>
            <p:cNvPr id="1622" name="Google Shape;1622;p89"/>
            <p:cNvCxnSpPr/>
            <p:nvPr/>
          </p:nvCxnSpPr>
          <p:spPr>
            <a:xfrm rot="5400000">
              <a:off x="113975" y="821326"/>
              <a:ext cx="333900" cy="0"/>
            </a:xfrm>
            <a:prstGeom prst="straightConnector1">
              <a:avLst/>
            </a:prstGeom>
            <a:noFill/>
            <a:ln cap="flat" cmpd="sng" w="19050">
              <a:solidFill>
                <a:schemeClr val="accent3"/>
              </a:solidFill>
              <a:prstDash val="solid"/>
              <a:round/>
              <a:headEnd len="sm" w="sm" type="none"/>
              <a:tailEnd len="sm" w="sm" type="none"/>
            </a:ln>
          </p:spPr>
        </p:cxnSp>
        <p:sp>
          <p:nvSpPr>
            <p:cNvPr id="1623" name="Google Shape;1623;p89"/>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624" name="Google Shape;1624;p89"/>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1625" name="Google Shape;1625;p89"/>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626" name="Google Shape;1626;p89"/>
          <p:cNvCxnSpPr/>
          <p:nvPr/>
        </p:nvCxnSpPr>
        <p:spPr>
          <a:xfrm>
            <a:off x="1045950" y="1307575"/>
            <a:ext cx="8098500" cy="0"/>
          </a:xfrm>
          <a:prstGeom prst="straightConnector1">
            <a:avLst/>
          </a:prstGeom>
          <a:noFill/>
          <a:ln cap="flat" cmpd="sng" w="9525">
            <a:solidFill>
              <a:schemeClr val="accent6"/>
            </a:solidFill>
            <a:prstDash val="solid"/>
            <a:round/>
            <a:headEnd len="sm" w="sm" type="none"/>
            <a:tailEnd len="sm" w="sm" type="none"/>
          </a:ln>
        </p:spPr>
      </p:cxnSp>
      <p:cxnSp>
        <p:nvCxnSpPr>
          <p:cNvPr id="1627" name="Google Shape;1627;p89"/>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628" name="Google Shape;1628;p89"/>
          <p:cNvCxnSpPr/>
          <p:nvPr/>
        </p:nvCxnSpPr>
        <p:spPr>
          <a:xfrm rot="10800000">
            <a:off x="1042099" y="3298575"/>
            <a:ext cx="3978300" cy="0"/>
          </a:xfrm>
          <a:prstGeom prst="straightConnector1">
            <a:avLst/>
          </a:prstGeom>
          <a:noFill/>
          <a:ln cap="flat" cmpd="sng" w="9525">
            <a:solidFill>
              <a:schemeClr val="accent3"/>
            </a:solidFill>
            <a:prstDash val="solid"/>
            <a:round/>
            <a:headEnd len="sm" w="sm" type="none"/>
            <a:tailEnd len="sm" w="sm" type="none"/>
          </a:ln>
        </p:spPr>
      </p:cxnSp>
      <p:cxnSp>
        <p:nvCxnSpPr>
          <p:cNvPr id="1629" name="Google Shape;1629;p89"/>
          <p:cNvCxnSpPr/>
          <p:nvPr/>
        </p:nvCxnSpPr>
        <p:spPr>
          <a:xfrm rot="10800000">
            <a:off x="5020800" y="3298575"/>
            <a:ext cx="4123200" cy="0"/>
          </a:xfrm>
          <a:prstGeom prst="straightConnector1">
            <a:avLst/>
          </a:prstGeom>
          <a:noFill/>
          <a:ln cap="flat" cmpd="sng" w="9525">
            <a:solidFill>
              <a:schemeClr val="accent3"/>
            </a:solidFill>
            <a:prstDash val="solid"/>
            <a:round/>
            <a:headEnd len="sm" w="sm" type="none"/>
            <a:tailEnd len="sm" w="sm" type="none"/>
          </a:ln>
        </p:spPr>
      </p:cxnSp>
      <p:cxnSp>
        <p:nvCxnSpPr>
          <p:cNvPr id="1630" name="Google Shape;1630;p89"/>
          <p:cNvCxnSpPr/>
          <p:nvPr/>
        </p:nvCxnSpPr>
        <p:spPr>
          <a:xfrm rot="10800000">
            <a:off x="1041537" y="3637275"/>
            <a:ext cx="3978300" cy="0"/>
          </a:xfrm>
          <a:prstGeom prst="straightConnector1">
            <a:avLst/>
          </a:prstGeom>
          <a:noFill/>
          <a:ln cap="flat" cmpd="sng" w="9525">
            <a:solidFill>
              <a:schemeClr val="accent3"/>
            </a:solidFill>
            <a:prstDash val="solid"/>
            <a:round/>
            <a:headEnd len="sm" w="sm" type="none"/>
            <a:tailEnd len="sm" w="sm" type="none"/>
          </a:ln>
        </p:spPr>
      </p:cxnSp>
      <p:cxnSp>
        <p:nvCxnSpPr>
          <p:cNvPr id="1631" name="Google Shape;1631;p89"/>
          <p:cNvCxnSpPr/>
          <p:nvPr/>
        </p:nvCxnSpPr>
        <p:spPr>
          <a:xfrm rot="10800000">
            <a:off x="1041537" y="3976900"/>
            <a:ext cx="3978300" cy="0"/>
          </a:xfrm>
          <a:prstGeom prst="straightConnector1">
            <a:avLst/>
          </a:prstGeom>
          <a:noFill/>
          <a:ln cap="flat" cmpd="sng" w="9525">
            <a:solidFill>
              <a:schemeClr val="accent3"/>
            </a:solidFill>
            <a:prstDash val="solid"/>
            <a:round/>
            <a:headEnd len="sm" w="sm" type="none"/>
            <a:tailEnd len="sm" w="sm" type="none"/>
          </a:ln>
        </p:spPr>
      </p:cxnSp>
      <p:cxnSp>
        <p:nvCxnSpPr>
          <p:cNvPr id="1632" name="Google Shape;1632;p89"/>
          <p:cNvCxnSpPr/>
          <p:nvPr/>
        </p:nvCxnSpPr>
        <p:spPr>
          <a:xfrm rot="10800000">
            <a:off x="1041537" y="4315600"/>
            <a:ext cx="3978300" cy="0"/>
          </a:xfrm>
          <a:prstGeom prst="straightConnector1">
            <a:avLst/>
          </a:prstGeom>
          <a:noFill/>
          <a:ln cap="flat" cmpd="sng" w="9525">
            <a:solidFill>
              <a:schemeClr val="accent3"/>
            </a:solidFill>
            <a:prstDash val="solid"/>
            <a:round/>
            <a:headEnd len="sm" w="sm" type="none"/>
            <a:tailEnd len="sm" w="sm" type="none"/>
          </a:ln>
        </p:spPr>
      </p:cxnSp>
      <p:cxnSp>
        <p:nvCxnSpPr>
          <p:cNvPr id="1633" name="Google Shape;1633;p89"/>
          <p:cNvCxnSpPr/>
          <p:nvPr/>
        </p:nvCxnSpPr>
        <p:spPr>
          <a:xfrm rot="10800000">
            <a:off x="1041102" y="4655225"/>
            <a:ext cx="3978300" cy="0"/>
          </a:xfrm>
          <a:prstGeom prst="straightConnector1">
            <a:avLst/>
          </a:prstGeom>
          <a:noFill/>
          <a:ln cap="flat" cmpd="sng" w="9525">
            <a:solidFill>
              <a:schemeClr val="accent3"/>
            </a:solidFill>
            <a:prstDash val="solid"/>
            <a:round/>
            <a:headEnd len="sm" w="sm" type="none"/>
            <a:tailEnd len="sm" w="sm" type="none"/>
          </a:ln>
        </p:spPr>
      </p:cxnSp>
      <p:cxnSp>
        <p:nvCxnSpPr>
          <p:cNvPr id="1634" name="Google Shape;1634;p89"/>
          <p:cNvCxnSpPr/>
          <p:nvPr/>
        </p:nvCxnSpPr>
        <p:spPr>
          <a:xfrm rot="10800000">
            <a:off x="5019242" y="3637275"/>
            <a:ext cx="4123200" cy="0"/>
          </a:xfrm>
          <a:prstGeom prst="straightConnector1">
            <a:avLst/>
          </a:prstGeom>
          <a:noFill/>
          <a:ln cap="flat" cmpd="sng" w="9525">
            <a:solidFill>
              <a:schemeClr val="accent3"/>
            </a:solidFill>
            <a:prstDash val="solid"/>
            <a:round/>
            <a:headEnd len="sm" w="sm" type="none"/>
            <a:tailEnd len="sm" w="sm" type="none"/>
          </a:ln>
        </p:spPr>
      </p:cxnSp>
      <p:cxnSp>
        <p:nvCxnSpPr>
          <p:cNvPr id="1635" name="Google Shape;1635;p89"/>
          <p:cNvCxnSpPr/>
          <p:nvPr/>
        </p:nvCxnSpPr>
        <p:spPr>
          <a:xfrm rot="10800000">
            <a:off x="5020217" y="3976900"/>
            <a:ext cx="4123200" cy="0"/>
          </a:xfrm>
          <a:prstGeom prst="straightConnector1">
            <a:avLst/>
          </a:prstGeom>
          <a:noFill/>
          <a:ln cap="flat" cmpd="sng" w="9525">
            <a:solidFill>
              <a:schemeClr val="accent3"/>
            </a:solidFill>
            <a:prstDash val="solid"/>
            <a:round/>
            <a:headEnd len="sm" w="sm" type="none"/>
            <a:tailEnd len="sm" w="sm" type="none"/>
          </a:ln>
        </p:spPr>
      </p:cxnSp>
      <p:cxnSp>
        <p:nvCxnSpPr>
          <p:cNvPr id="1636" name="Google Shape;1636;p89"/>
          <p:cNvCxnSpPr/>
          <p:nvPr/>
        </p:nvCxnSpPr>
        <p:spPr>
          <a:xfrm rot="10800000">
            <a:off x="5019767" y="4655225"/>
            <a:ext cx="4123200" cy="0"/>
          </a:xfrm>
          <a:prstGeom prst="straightConnector1">
            <a:avLst/>
          </a:prstGeom>
          <a:noFill/>
          <a:ln cap="flat" cmpd="sng" w="9525">
            <a:solidFill>
              <a:schemeClr val="accent3"/>
            </a:solidFill>
            <a:prstDash val="solid"/>
            <a:round/>
            <a:headEnd len="sm" w="sm" type="none"/>
            <a:tailEnd len="sm" w="sm" type="none"/>
          </a:ln>
        </p:spPr>
      </p:cxnSp>
      <p:cxnSp>
        <p:nvCxnSpPr>
          <p:cNvPr id="1637" name="Google Shape;1637;p89"/>
          <p:cNvCxnSpPr/>
          <p:nvPr/>
        </p:nvCxnSpPr>
        <p:spPr>
          <a:xfrm>
            <a:off x="5019250" y="3298575"/>
            <a:ext cx="0" cy="1845000"/>
          </a:xfrm>
          <a:prstGeom prst="straightConnector1">
            <a:avLst/>
          </a:prstGeom>
          <a:noFill/>
          <a:ln cap="flat" cmpd="sng" w="9525">
            <a:solidFill>
              <a:schemeClr val="accent3"/>
            </a:solidFill>
            <a:prstDash val="solid"/>
            <a:round/>
            <a:headEnd len="sm" w="sm" type="none"/>
            <a:tailEnd len="sm" w="sm" type="none"/>
          </a:ln>
        </p:spPr>
      </p:cxnSp>
      <p:cxnSp>
        <p:nvCxnSpPr>
          <p:cNvPr id="1638" name="Google Shape;1638;p89"/>
          <p:cNvCxnSpPr/>
          <p:nvPr/>
        </p:nvCxnSpPr>
        <p:spPr>
          <a:xfrm rot="10800000">
            <a:off x="5020217" y="4315600"/>
            <a:ext cx="4123200" cy="0"/>
          </a:xfrm>
          <a:prstGeom prst="straightConnector1">
            <a:avLst/>
          </a:prstGeom>
          <a:noFill/>
          <a:ln cap="flat" cmpd="sng" w="9525">
            <a:solidFill>
              <a:schemeClr val="accent3"/>
            </a:solidFill>
            <a:prstDash val="solid"/>
            <a:round/>
            <a:headEnd len="sm" w="sm" type="none"/>
            <a:tailEnd len="sm" w="sm" type="none"/>
          </a:ln>
        </p:spPr>
      </p:cxnSp>
      <p:sp>
        <p:nvSpPr>
          <p:cNvPr id="1639" name="Google Shape;1639;p89"/>
          <p:cNvSpPr txBox="1"/>
          <p:nvPr>
            <p:ph idx="8" type="subTitle"/>
          </p:nvPr>
        </p:nvSpPr>
        <p:spPr>
          <a:xfrm>
            <a:off x="1285875" y="4029400"/>
            <a:ext cx="3238500" cy="23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Specify the output format and give an example</a:t>
            </a:r>
            <a:endParaRPr/>
          </a:p>
        </p:txBody>
      </p:sp>
      <p:sp>
        <p:nvSpPr>
          <p:cNvPr id="1640" name="Google Shape;1640;p89"/>
          <p:cNvSpPr txBox="1"/>
          <p:nvPr>
            <p:ph idx="8" type="subTitle"/>
          </p:nvPr>
        </p:nvSpPr>
        <p:spPr>
          <a:xfrm>
            <a:off x="5249100" y="3351075"/>
            <a:ext cx="3238500" cy="23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44" name="Shape 1644"/>
        <p:cNvGrpSpPr/>
        <p:nvPr/>
      </p:nvGrpSpPr>
      <p:grpSpPr>
        <a:xfrm>
          <a:off x="0" y="0"/>
          <a:ext cx="0" cy="0"/>
          <a:chOff x="0" y="0"/>
          <a:chExt cx="0" cy="0"/>
        </a:xfrm>
      </p:grpSpPr>
      <p:sp>
        <p:nvSpPr>
          <p:cNvPr id="1645" name="Google Shape;1645;p90"/>
          <p:cNvSpPr/>
          <p:nvPr/>
        </p:nvSpPr>
        <p:spPr>
          <a:xfrm flipH="1">
            <a:off x="524200" y="1312550"/>
            <a:ext cx="2643000" cy="2060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1646" name="Google Shape;1646;p90"/>
          <p:cNvCxnSpPr/>
          <p:nvPr/>
        </p:nvCxnSpPr>
        <p:spPr>
          <a:xfrm>
            <a:off x="521250" y="1307575"/>
            <a:ext cx="8623200" cy="0"/>
          </a:xfrm>
          <a:prstGeom prst="straightConnector1">
            <a:avLst/>
          </a:prstGeom>
          <a:noFill/>
          <a:ln cap="flat" cmpd="sng" w="9525">
            <a:solidFill>
              <a:schemeClr val="lt1"/>
            </a:solidFill>
            <a:prstDash val="solid"/>
            <a:round/>
            <a:headEnd len="sm" w="sm" type="none"/>
            <a:tailEnd len="sm" w="sm" type="none"/>
          </a:ln>
        </p:spPr>
      </p:cxnSp>
      <p:cxnSp>
        <p:nvCxnSpPr>
          <p:cNvPr id="1647" name="Google Shape;1647;p90"/>
          <p:cNvCxnSpPr/>
          <p:nvPr/>
        </p:nvCxnSpPr>
        <p:spPr>
          <a:xfrm rot="10800000">
            <a:off x="520900" y="3370950"/>
            <a:ext cx="8101800" cy="0"/>
          </a:xfrm>
          <a:prstGeom prst="straightConnector1">
            <a:avLst/>
          </a:prstGeom>
          <a:noFill/>
          <a:ln cap="flat" cmpd="sng" w="9525">
            <a:solidFill>
              <a:schemeClr val="lt1"/>
            </a:solidFill>
            <a:prstDash val="solid"/>
            <a:round/>
            <a:headEnd len="sm" w="sm" type="none"/>
            <a:tailEnd len="sm" w="sm" type="none"/>
          </a:ln>
        </p:spPr>
      </p:cxnSp>
      <p:cxnSp>
        <p:nvCxnSpPr>
          <p:cNvPr id="1648" name="Google Shape;1648;p90"/>
          <p:cNvCxnSpPr/>
          <p:nvPr/>
        </p:nvCxnSpPr>
        <p:spPr>
          <a:xfrm>
            <a:off x="5814625" y="1307575"/>
            <a:ext cx="0" cy="2060700"/>
          </a:xfrm>
          <a:prstGeom prst="straightConnector1">
            <a:avLst/>
          </a:prstGeom>
          <a:noFill/>
          <a:ln cap="flat" cmpd="sng" w="9525">
            <a:solidFill>
              <a:schemeClr val="lt1"/>
            </a:solidFill>
            <a:prstDash val="solid"/>
            <a:round/>
            <a:headEnd len="sm" w="sm" type="none"/>
            <a:tailEnd len="sm" w="sm" type="none"/>
          </a:ln>
        </p:spPr>
      </p:cxnSp>
      <p:sp>
        <p:nvSpPr>
          <p:cNvPr id="1649" name="Google Shape;1649;p90"/>
          <p:cNvSpPr txBox="1"/>
          <p:nvPr>
            <p:ph idx="1" type="body"/>
          </p:nvPr>
        </p:nvSpPr>
        <p:spPr>
          <a:xfrm>
            <a:off x="5810300" y="1307625"/>
            <a:ext cx="2812500" cy="2065800"/>
          </a:xfrm>
          <a:prstGeom prst="rect">
            <a:avLst/>
          </a:prstGeom>
        </p:spPr>
        <p:txBody>
          <a:bodyPr anchorCtr="0" anchor="t" bIns="182875" lIns="182875" spcFirstLastPara="1" rIns="182875" wrap="square" tIns="274300">
            <a:noAutofit/>
          </a:bodyPr>
          <a:lstStyle/>
          <a:p>
            <a:pPr indent="0" lvl="0" marL="0" rtl="0" algn="l">
              <a:lnSpc>
                <a:spcPct val="115000"/>
              </a:lnSpc>
              <a:spcBef>
                <a:spcPts val="0"/>
              </a:spcBef>
              <a:spcAft>
                <a:spcPts val="0"/>
              </a:spcAft>
              <a:buSzPts val="1200"/>
              <a:buNone/>
            </a:pPr>
            <a:r>
              <a:t/>
            </a:r>
            <a:endParaRPr sz="1000">
              <a:latin typeface="Inter"/>
              <a:ea typeface="Inter"/>
              <a:cs typeface="Inter"/>
              <a:sym typeface="Inter"/>
            </a:endParaRPr>
          </a:p>
        </p:txBody>
      </p:sp>
      <p:sp>
        <p:nvSpPr>
          <p:cNvPr id="1650" name="Google Shape;1650;p90"/>
          <p:cNvSpPr txBox="1"/>
          <p:nvPr>
            <p:ph idx="8" type="title"/>
          </p:nvPr>
        </p:nvSpPr>
        <p:spPr>
          <a:xfrm>
            <a:off x="3216650" y="1573700"/>
            <a:ext cx="2377800" cy="1308600"/>
          </a:xfrm>
          <a:prstGeom prst="rect">
            <a:avLst/>
          </a:prstGeom>
        </p:spPr>
        <p:txBody>
          <a:bodyPr anchorCtr="0" anchor="b" bIns="91425" lIns="228600" spcFirstLastPara="1" rIns="91425" wrap="square" tIns="91425">
            <a:noAutofit/>
          </a:bodyPr>
          <a:lstStyle/>
          <a:p>
            <a:pPr indent="0" lvl="0" marL="0" rtl="0" algn="l">
              <a:lnSpc>
                <a:spcPct val="90000"/>
              </a:lnSpc>
              <a:spcBef>
                <a:spcPts val="0"/>
              </a:spcBef>
              <a:spcAft>
                <a:spcPts val="0"/>
              </a:spcAft>
              <a:buSzPts val="1000"/>
              <a:buNone/>
            </a:pPr>
            <a:r>
              <a:rPr b="1" lang="en">
                <a:latin typeface="Inter"/>
                <a:ea typeface="Inter"/>
                <a:cs typeface="Inter"/>
                <a:sym typeface="Inter"/>
              </a:rPr>
              <a:t>Reasoning models (o1, o3, o4)</a:t>
            </a:r>
            <a:endParaRPr b="1">
              <a:latin typeface="Inter"/>
              <a:ea typeface="Inter"/>
              <a:cs typeface="Inter"/>
              <a:sym typeface="Inter"/>
            </a:endParaRPr>
          </a:p>
          <a:p>
            <a:pPr indent="0" lvl="0" marL="0" rtl="0" algn="l">
              <a:lnSpc>
                <a:spcPct val="90000"/>
              </a:lnSpc>
              <a:spcBef>
                <a:spcPts val="0"/>
              </a:spcBef>
              <a:spcAft>
                <a:spcPts val="0"/>
              </a:spcAft>
              <a:buSzPts val="1000"/>
              <a:buNone/>
            </a:pPr>
            <a:r>
              <a:t/>
            </a:r>
            <a:endParaRPr b="1">
              <a:latin typeface="Inter"/>
              <a:ea typeface="Inter"/>
              <a:cs typeface="Inter"/>
              <a:sym typeface="Inter"/>
            </a:endParaRPr>
          </a:p>
          <a:p>
            <a:pPr indent="0" lvl="0" marL="0" rtl="0" algn="l">
              <a:lnSpc>
                <a:spcPct val="90000"/>
              </a:lnSpc>
              <a:spcBef>
                <a:spcPts val="0"/>
              </a:spcBef>
              <a:spcAft>
                <a:spcPts val="0"/>
              </a:spcAft>
              <a:buSzPts val="1000"/>
              <a:buNone/>
            </a:pPr>
            <a:r>
              <a:rPr lang="en"/>
              <a:t>Better for high level instructions, requires less specifications.</a:t>
            </a:r>
            <a:endParaRPr/>
          </a:p>
          <a:p>
            <a:pPr indent="0" lvl="0" marL="0" rtl="0" algn="l">
              <a:lnSpc>
                <a:spcPct val="90000"/>
              </a:lnSpc>
              <a:spcBef>
                <a:spcPts val="0"/>
              </a:spcBef>
              <a:spcAft>
                <a:spcPts val="0"/>
              </a:spcAft>
              <a:buSzPts val="1000"/>
              <a:buNone/>
            </a:pPr>
            <a:r>
              <a:t/>
            </a:r>
            <a:endParaRPr/>
          </a:p>
          <a:p>
            <a:pPr indent="0" lvl="0" marL="0" rtl="0" algn="l">
              <a:lnSpc>
                <a:spcPct val="90000"/>
              </a:lnSpc>
              <a:spcBef>
                <a:spcPts val="0"/>
              </a:spcBef>
              <a:spcAft>
                <a:spcPts val="0"/>
              </a:spcAft>
              <a:buSzPts val="1000"/>
              <a:buNone/>
            </a:pPr>
            <a:r>
              <a:rPr lang="en"/>
              <a:t>Provide reasons for </a:t>
            </a:r>
            <a:r>
              <a:rPr i="1" lang="en"/>
              <a:t>why</a:t>
            </a:r>
            <a:r>
              <a:rPr lang="en"/>
              <a:t> something should be done.</a:t>
            </a:r>
            <a:endParaRPr/>
          </a:p>
          <a:p>
            <a:pPr indent="0" lvl="0" marL="0" rtl="0" algn="l">
              <a:lnSpc>
                <a:spcPct val="90000"/>
              </a:lnSpc>
              <a:spcBef>
                <a:spcPts val="0"/>
              </a:spcBef>
              <a:spcAft>
                <a:spcPts val="0"/>
              </a:spcAft>
              <a:buSzPts val="1000"/>
              <a:buNone/>
            </a:pPr>
            <a:r>
              <a:t/>
            </a:r>
            <a:endParaRPr/>
          </a:p>
          <a:p>
            <a:pPr indent="0" lvl="0" marL="0" rtl="0" algn="l">
              <a:lnSpc>
                <a:spcPct val="90000"/>
              </a:lnSpc>
              <a:spcBef>
                <a:spcPts val="0"/>
              </a:spcBef>
              <a:spcAft>
                <a:spcPts val="0"/>
              </a:spcAft>
              <a:buSzPts val="1000"/>
              <a:buNone/>
            </a:pPr>
            <a:r>
              <a:rPr lang="en"/>
              <a:t>Slower, uses reasoning blocks</a:t>
            </a:r>
            <a:endParaRPr/>
          </a:p>
        </p:txBody>
      </p:sp>
      <p:sp>
        <p:nvSpPr>
          <p:cNvPr id="1651" name="Google Shape;1651;p90"/>
          <p:cNvSpPr txBox="1"/>
          <p:nvPr>
            <p:ph idx="13" type="title"/>
          </p:nvPr>
        </p:nvSpPr>
        <p:spPr>
          <a:xfrm flipH="1">
            <a:off x="524150" y="658975"/>
            <a:ext cx="8098500" cy="648600"/>
          </a:xfrm>
          <a:prstGeom prst="rect">
            <a:avLst/>
          </a:prstGeom>
        </p:spPr>
        <p:txBody>
          <a:bodyPr anchorCtr="0" anchor="ctr" bIns="91425" lIns="274300" spcFirstLastPara="1" rIns="91425" wrap="square" tIns="91425">
            <a:normAutofit/>
          </a:bodyPr>
          <a:lstStyle/>
          <a:p>
            <a:pPr indent="0" lvl="0" marL="0" rtl="0" algn="l">
              <a:lnSpc>
                <a:spcPct val="100000"/>
              </a:lnSpc>
              <a:spcBef>
                <a:spcPts val="0"/>
              </a:spcBef>
              <a:spcAft>
                <a:spcPts val="0"/>
              </a:spcAft>
              <a:buSzPts val="2400"/>
              <a:buNone/>
            </a:pPr>
            <a:r>
              <a:rPr lang="en"/>
              <a:t>GPT versus Reasoning Models</a:t>
            </a:r>
            <a:endParaRPr/>
          </a:p>
        </p:txBody>
      </p:sp>
      <p:sp>
        <p:nvSpPr>
          <p:cNvPr id="1652" name="Google Shape;1652;p90"/>
          <p:cNvSpPr txBox="1"/>
          <p:nvPr>
            <p:ph idx="4" type="title"/>
          </p:nvPr>
        </p:nvSpPr>
        <p:spPr>
          <a:xfrm>
            <a:off x="520900" y="1388975"/>
            <a:ext cx="2377800" cy="1766700"/>
          </a:xfrm>
          <a:prstGeom prst="rect">
            <a:avLst/>
          </a:prstGeom>
        </p:spPr>
        <p:txBody>
          <a:bodyPr anchorCtr="0" anchor="b" bIns="91425" lIns="228600" spcFirstLastPara="1" rIns="91425" wrap="square" tIns="91425">
            <a:noAutofit/>
          </a:bodyPr>
          <a:lstStyle/>
          <a:p>
            <a:pPr indent="0" lvl="0" marL="0" rtl="0" algn="l">
              <a:lnSpc>
                <a:spcPct val="90000"/>
              </a:lnSpc>
              <a:spcBef>
                <a:spcPts val="0"/>
              </a:spcBef>
              <a:spcAft>
                <a:spcPts val="0"/>
              </a:spcAft>
              <a:buSzPts val="1000"/>
              <a:buNone/>
            </a:pPr>
            <a:r>
              <a:rPr b="1" lang="en">
                <a:latin typeface="Inter"/>
                <a:ea typeface="Inter"/>
                <a:cs typeface="Inter"/>
                <a:sym typeface="Inter"/>
              </a:rPr>
              <a:t>GPT models (GPT 3, 4, 5, 5.1, 5.2)</a:t>
            </a:r>
            <a:endParaRPr b="1">
              <a:latin typeface="Inter"/>
              <a:ea typeface="Inter"/>
              <a:cs typeface="Inter"/>
              <a:sym typeface="Inter"/>
            </a:endParaRPr>
          </a:p>
          <a:p>
            <a:pPr indent="0" lvl="0" marL="0" rtl="0" algn="l">
              <a:lnSpc>
                <a:spcPct val="90000"/>
              </a:lnSpc>
              <a:spcBef>
                <a:spcPts val="0"/>
              </a:spcBef>
              <a:spcAft>
                <a:spcPts val="0"/>
              </a:spcAft>
              <a:buSzPts val="1000"/>
              <a:buNone/>
            </a:pPr>
            <a:r>
              <a:t/>
            </a:r>
            <a:endParaRPr/>
          </a:p>
          <a:p>
            <a:pPr indent="0" lvl="0" marL="0" rtl="0" algn="l">
              <a:lnSpc>
                <a:spcPct val="90000"/>
              </a:lnSpc>
              <a:spcBef>
                <a:spcPts val="0"/>
              </a:spcBef>
              <a:spcAft>
                <a:spcPts val="0"/>
              </a:spcAft>
              <a:buSzPts val="1000"/>
              <a:buNone/>
            </a:pPr>
            <a:r>
              <a:rPr lang="en"/>
              <a:t>Highly steerable, follows instructions to the letter.</a:t>
            </a:r>
            <a:endParaRPr/>
          </a:p>
          <a:p>
            <a:pPr indent="0" lvl="0" marL="0" rtl="0" algn="l">
              <a:lnSpc>
                <a:spcPct val="90000"/>
              </a:lnSpc>
              <a:spcBef>
                <a:spcPts val="0"/>
              </a:spcBef>
              <a:spcAft>
                <a:spcPts val="0"/>
              </a:spcAft>
              <a:buSzPts val="1000"/>
              <a:buNone/>
            </a:pPr>
            <a:r>
              <a:t/>
            </a:r>
            <a:endParaRPr/>
          </a:p>
          <a:p>
            <a:pPr indent="0" lvl="0" marL="0" rtl="0" algn="l">
              <a:lnSpc>
                <a:spcPct val="90000"/>
              </a:lnSpc>
              <a:spcBef>
                <a:spcPts val="0"/>
              </a:spcBef>
              <a:spcAft>
                <a:spcPts val="0"/>
              </a:spcAft>
              <a:buSzPts val="1000"/>
              <a:buNone/>
            </a:pPr>
            <a:r>
              <a:rPr lang="en"/>
              <a:t>Avoid “CRITICAL” or severe instructions </a:t>
            </a:r>
            <a:endParaRPr/>
          </a:p>
          <a:p>
            <a:pPr indent="0" lvl="0" marL="0" rtl="0" algn="l">
              <a:lnSpc>
                <a:spcPct val="90000"/>
              </a:lnSpc>
              <a:spcBef>
                <a:spcPts val="0"/>
              </a:spcBef>
              <a:spcAft>
                <a:spcPts val="0"/>
              </a:spcAft>
              <a:buSzPts val="1000"/>
              <a:buNone/>
            </a:pPr>
            <a:r>
              <a:t/>
            </a:r>
            <a:endParaRPr/>
          </a:p>
          <a:p>
            <a:pPr indent="0" lvl="0" marL="0" rtl="0" algn="l">
              <a:lnSpc>
                <a:spcPct val="90000"/>
              </a:lnSpc>
              <a:spcBef>
                <a:spcPts val="0"/>
              </a:spcBef>
              <a:spcAft>
                <a:spcPts val="0"/>
              </a:spcAft>
              <a:buSzPts val="1000"/>
              <a:buNone/>
            </a:pPr>
            <a:r>
              <a:rPr lang="en"/>
              <a:t>Very literal</a:t>
            </a:r>
            <a:endParaRPr/>
          </a:p>
          <a:p>
            <a:pPr indent="0" lvl="0" marL="0" rtl="0" algn="l">
              <a:lnSpc>
                <a:spcPct val="90000"/>
              </a:lnSpc>
              <a:spcBef>
                <a:spcPts val="0"/>
              </a:spcBef>
              <a:spcAft>
                <a:spcPts val="0"/>
              </a:spcAft>
              <a:buSzPts val="1000"/>
              <a:buNone/>
            </a:pPr>
            <a:r>
              <a:t/>
            </a:r>
            <a:endParaRPr/>
          </a:p>
          <a:p>
            <a:pPr indent="0" lvl="0" marL="0" rtl="0" algn="l">
              <a:lnSpc>
                <a:spcPct val="90000"/>
              </a:lnSpc>
              <a:spcBef>
                <a:spcPts val="0"/>
              </a:spcBef>
              <a:spcAft>
                <a:spcPts val="0"/>
              </a:spcAft>
              <a:buSzPts val="1000"/>
              <a:buNone/>
            </a:pPr>
            <a:r>
              <a:rPr lang="en"/>
              <a:t>Very fast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6" name="Shape 1656"/>
        <p:cNvGrpSpPr/>
        <p:nvPr/>
      </p:nvGrpSpPr>
      <p:grpSpPr>
        <a:xfrm>
          <a:off x="0" y="0"/>
          <a:ext cx="0" cy="0"/>
          <a:chOff x="0" y="0"/>
          <a:chExt cx="0" cy="0"/>
        </a:xfrm>
      </p:grpSpPr>
      <p:sp>
        <p:nvSpPr>
          <p:cNvPr id="1657" name="Google Shape;1657;p91"/>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p>
            <a:pPr indent="0" lvl="0" marL="0" rtl="0" algn="l">
              <a:spcBef>
                <a:spcPts val="0"/>
              </a:spcBef>
              <a:spcAft>
                <a:spcPts val="0"/>
              </a:spcAft>
              <a:buNone/>
            </a:pPr>
            <a:r>
              <a:rPr lang="en"/>
              <a:t>Before and after (GPT 5.2)</a:t>
            </a:r>
            <a:endParaRPr/>
          </a:p>
        </p:txBody>
      </p:sp>
      <p:sp>
        <p:nvSpPr>
          <p:cNvPr id="1658" name="Google Shape;1658;p91"/>
          <p:cNvSpPr txBox="1"/>
          <p:nvPr>
            <p:ph idx="4" type="body"/>
          </p:nvPr>
        </p:nvSpPr>
        <p:spPr>
          <a:xfrm>
            <a:off x="1285875" y="1558900"/>
            <a:ext cx="3471600" cy="2724300"/>
          </a:xfrm>
          <a:prstGeom prst="rect">
            <a:avLst/>
          </a:prstGeom>
        </p:spPr>
        <p:txBody>
          <a:bodyPr anchorCtr="0" anchor="t" bIns="91425" lIns="0" spcFirstLastPara="1" rIns="0" wrap="square" tIns="0">
            <a:spAutoFit/>
          </a:bodyPr>
          <a:lstStyle/>
          <a:p>
            <a:pPr indent="0" lvl="0" marL="0" rtl="0" algn="l">
              <a:spcBef>
                <a:spcPts val="0"/>
              </a:spcBef>
              <a:spcAft>
                <a:spcPts val="0"/>
              </a:spcAft>
              <a:buNone/>
            </a:pPr>
            <a:r>
              <a:rPr lang="en"/>
              <a:t>I’m building a Node app with Express and TypeORM and Postgres and I want to create an endpoint that returns users. The users have like id, name, email, createdAt and maybe some status field. I also want to be able to filter them optionally by status if it’s passed in. I’m using TypeScript. It should be clean code and production ready and probably use async/await.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Can you write the code for this including the entity and the route and stuff? Also make sure it handles errors. And it shouldn’t be too complicated but still good practice. I might want pagination later but not sure yet.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kind of new to this stack so just whatever makes sense.</a:t>
            </a:r>
            <a:endParaRPr/>
          </a:p>
        </p:txBody>
      </p:sp>
      <p:sp>
        <p:nvSpPr>
          <p:cNvPr id="1659" name="Google Shape;1659;p91"/>
          <p:cNvSpPr txBox="1"/>
          <p:nvPr>
            <p:ph idx="17" type="subTitle"/>
          </p:nvPr>
        </p:nvSpPr>
        <p:spPr>
          <a:xfrm>
            <a:off x="1227825" y="4348000"/>
            <a:ext cx="3605700" cy="600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This prompt is not optimized because it is has a lot of vague requirements as well as very specific coding requirements sprinkled throughout.</a:t>
            </a:r>
            <a:endParaRPr/>
          </a:p>
        </p:txBody>
      </p:sp>
      <p:grpSp>
        <p:nvGrpSpPr>
          <p:cNvPr id="1660" name="Google Shape;1660;p91"/>
          <p:cNvGrpSpPr/>
          <p:nvPr/>
        </p:nvGrpSpPr>
        <p:grpSpPr>
          <a:xfrm rot="5400000">
            <a:off x="596727" y="776873"/>
            <a:ext cx="369896" cy="333900"/>
            <a:chOff x="96076" y="654376"/>
            <a:chExt cx="369896" cy="333900"/>
          </a:xfrm>
        </p:grpSpPr>
        <p:cxnSp>
          <p:nvCxnSpPr>
            <p:cNvPr id="1661" name="Google Shape;1661;p91"/>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662" name="Google Shape;1662;p91"/>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663" name="Google Shape;1663;p91"/>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1664" name="Google Shape;1664;p91"/>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665" name="Google Shape;1665;p91"/>
          <p:cNvCxnSpPr/>
          <p:nvPr/>
        </p:nvCxnSpPr>
        <p:spPr>
          <a:xfrm>
            <a:off x="1045950" y="1307575"/>
            <a:ext cx="3965700" cy="3000"/>
          </a:xfrm>
          <a:prstGeom prst="straightConnector1">
            <a:avLst/>
          </a:prstGeom>
          <a:noFill/>
          <a:ln cap="flat" cmpd="sng" w="9525">
            <a:solidFill>
              <a:schemeClr val="lt1"/>
            </a:solidFill>
            <a:prstDash val="solid"/>
            <a:round/>
            <a:headEnd len="sm" w="sm" type="none"/>
            <a:tailEnd len="sm" w="sm" type="none"/>
          </a:ln>
        </p:spPr>
      </p:cxnSp>
      <p:cxnSp>
        <p:nvCxnSpPr>
          <p:cNvPr id="1666" name="Google Shape;1666;p91"/>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667" name="Google Shape;1667;p91"/>
          <p:cNvCxnSpPr/>
          <p:nvPr/>
        </p:nvCxnSpPr>
        <p:spPr>
          <a:xfrm>
            <a:off x="5011625" y="-16475"/>
            <a:ext cx="7500" cy="5160000"/>
          </a:xfrm>
          <a:prstGeom prst="straightConnector1">
            <a:avLst/>
          </a:prstGeom>
          <a:noFill/>
          <a:ln cap="flat" cmpd="sng" w="9525">
            <a:solidFill>
              <a:schemeClr val="lt1"/>
            </a:solidFill>
            <a:prstDash val="solid"/>
            <a:round/>
            <a:headEnd len="sm" w="sm" type="none"/>
            <a:tailEnd len="sm" w="sm" type="none"/>
          </a:ln>
        </p:spPr>
      </p:cxnSp>
      <p:cxnSp>
        <p:nvCxnSpPr>
          <p:cNvPr id="1668" name="Google Shape;1668;p91"/>
          <p:cNvCxnSpPr/>
          <p:nvPr/>
        </p:nvCxnSpPr>
        <p:spPr>
          <a:xfrm rot="10800000">
            <a:off x="1041549" y="4315600"/>
            <a:ext cx="3977700" cy="0"/>
          </a:xfrm>
          <a:prstGeom prst="straightConnector1">
            <a:avLst/>
          </a:prstGeom>
          <a:noFill/>
          <a:ln cap="flat" cmpd="sng" w="9525">
            <a:solidFill>
              <a:schemeClr val="lt1"/>
            </a:solidFill>
            <a:prstDash val="solid"/>
            <a:round/>
            <a:headEnd len="sm" w="sm" type="none"/>
            <a:tailEnd len="sm" w="sm" type="none"/>
          </a:ln>
        </p:spPr>
      </p:cxnSp>
      <p:sp>
        <p:nvSpPr>
          <p:cNvPr id="1669" name="Google Shape;1669;p91"/>
          <p:cNvSpPr txBox="1"/>
          <p:nvPr/>
        </p:nvSpPr>
        <p:spPr>
          <a:xfrm>
            <a:off x="5132100" y="528725"/>
            <a:ext cx="3857700" cy="42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Inter"/>
                <a:ea typeface="Inter"/>
                <a:cs typeface="Inter"/>
                <a:sym typeface="Inter"/>
              </a:rPr>
              <a:t>Create a production-ready Node.js API endpoint using Express, TypeORM, PostgreSQL, and TypeScript to fetch users. </a:t>
            </a:r>
            <a:endParaRPr sz="800">
              <a:solidFill>
                <a:schemeClr val="lt1"/>
              </a:solidFill>
              <a:latin typeface="Inter"/>
              <a:ea typeface="Inter"/>
              <a:cs typeface="Inter"/>
              <a:sym typeface="Inter"/>
            </a:endParaRPr>
          </a:p>
          <a:p>
            <a:pPr indent="0" lvl="0" marL="0" rtl="0" algn="l">
              <a:spcBef>
                <a:spcPts val="0"/>
              </a:spcBef>
              <a:spcAft>
                <a:spcPts val="0"/>
              </a:spcAft>
              <a:buNone/>
            </a:pPr>
            <a:r>
              <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Requirements:</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Define a TypeORM `User` entity with: `id`, `name`, `email`, `createdAt`, and optional `status`.</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Implement an Express GET route that returns users. If `status` is present in the query params, filter by it.</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Use async/await with solid error handling.</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Structure the code for clarity and maintainability, anticipating easy future extension (e.g., adding pagination).</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Avoid overcomplicating; code should be clear for newcomers to this stack.</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 Briefly explain any especially key design decisions or best practices applied.</a:t>
            </a:r>
            <a:endParaRPr sz="800">
              <a:solidFill>
                <a:schemeClr val="lt1"/>
              </a:solidFill>
              <a:latin typeface="Inter"/>
              <a:ea typeface="Inter"/>
              <a:cs typeface="Inter"/>
              <a:sym typeface="Inter"/>
            </a:endParaRPr>
          </a:p>
          <a:p>
            <a:pPr indent="0" lvl="0" marL="0" rtl="0" algn="l">
              <a:spcBef>
                <a:spcPts val="0"/>
              </a:spcBef>
              <a:spcAft>
                <a:spcPts val="0"/>
              </a:spcAft>
              <a:buNone/>
            </a:pPr>
            <a:r>
              <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Do not include additional features or non-standard styling. If something is unclear or context is missing, note it and suggest a simple path forward.</a:t>
            </a:r>
            <a:endParaRPr sz="800">
              <a:solidFill>
                <a:schemeClr val="lt1"/>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3" name="Shape 1673"/>
        <p:cNvGrpSpPr/>
        <p:nvPr/>
      </p:nvGrpSpPr>
      <p:grpSpPr>
        <a:xfrm>
          <a:off x="0" y="0"/>
          <a:ext cx="0" cy="0"/>
          <a:chOff x="0" y="0"/>
          <a:chExt cx="0" cy="0"/>
        </a:xfrm>
      </p:grpSpPr>
      <p:cxnSp>
        <p:nvCxnSpPr>
          <p:cNvPr id="1674" name="Google Shape;1674;p92"/>
          <p:cNvCxnSpPr/>
          <p:nvPr/>
        </p:nvCxnSpPr>
        <p:spPr>
          <a:xfrm>
            <a:off x="2187825" y="1309975"/>
            <a:ext cx="0" cy="3833700"/>
          </a:xfrm>
          <a:prstGeom prst="straightConnector1">
            <a:avLst/>
          </a:prstGeom>
          <a:noFill/>
          <a:ln cap="flat" cmpd="sng" w="9525">
            <a:solidFill>
              <a:schemeClr val="lt1"/>
            </a:solidFill>
            <a:prstDash val="solid"/>
            <a:round/>
            <a:headEnd len="sm" w="sm" type="none"/>
            <a:tailEnd len="sm" w="sm" type="none"/>
          </a:ln>
        </p:spPr>
      </p:cxnSp>
      <p:cxnSp>
        <p:nvCxnSpPr>
          <p:cNvPr id="1675" name="Google Shape;1675;p92"/>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sp>
        <p:nvSpPr>
          <p:cNvPr id="1676" name="Google Shape;1676;p92"/>
          <p:cNvSpPr txBox="1"/>
          <p:nvPr/>
        </p:nvSpPr>
        <p:spPr>
          <a:xfrm>
            <a:off x="5481400" y="2595800"/>
            <a:ext cx="498300" cy="629100"/>
          </a:xfrm>
          <a:prstGeom prst="rect">
            <a:avLst/>
          </a:prstGeom>
          <a:solidFill>
            <a:schemeClr val="accent6"/>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SzPts val="1500"/>
              <a:buNone/>
            </a:pPr>
            <a:r>
              <a:t/>
            </a:r>
            <a:endParaRPr sz="1500">
              <a:solidFill>
                <a:schemeClr val="dk1"/>
              </a:solidFill>
              <a:latin typeface="Gowun Batang"/>
              <a:ea typeface="Gowun Batang"/>
              <a:cs typeface="Gowun Batang"/>
              <a:sym typeface="Gowun Batang"/>
            </a:endParaRPr>
          </a:p>
        </p:txBody>
      </p:sp>
      <p:sp>
        <p:nvSpPr>
          <p:cNvPr id="1677" name="Google Shape;1677;p92"/>
          <p:cNvSpPr txBox="1"/>
          <p:nvPr/>
        </p:nvSpPr>
        <p:spPr>
          <a:xfrm>
            <a:off x="5481400" y="3226747"/>
            <a:ext cx="498300" cy="638700"/>
          </a:xfrm>
          <a:prstGeom prst="rect">
            <a:avLst/>
          </a:prstGeom>
          <a:solidFill>
            <a:schemeClr val="dk1"/>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SzPts val="1500"/>
              <a:buNone/>
            </a:pPr>
            <a:r>
              <a:t/>
            </a:r>
            <a:endParaRPr sz="1500">
              <a:solidFill>
                <a:schemeClr val="dk1"/>
              </a:solidFill>
              <a:latin typeface="Gowun Batang"/>
              <a:ea typeface="Gowun Batang"/>
              <a:cs typeface="Gowun Batang"/>
              <a:sym typeface="Gowun Batang"/>
            </a:endParaRPr>
          </a:p>
        </p:txBody>
      </p:sp>
      <p:sp>
        <p:nvSpPr>
          <p:cNvPr id="1678" name="Google Shape;1678;p92"/>
          <p:cNvSpPr txBox="1"/>
          <p:nvPr/>
        </p:nvSpPr>
        <p:spPr>
          <a:xfrm>
            <a:off x="5481400" y="3864540"/>
            <a:ext cx="498300" cy="638700"/>
          </a:xfrm>
          <a:prstGeom prst="rect">
            <a:avLst/>
          </a:prstGeom>
          <a:solidFill>
            <a:schemeClr val="accent3"/>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SzPts val="1500"/>
              <a:buNone/>
            </a:pPr>
            <a:r>
              <a:t/>
            </a:r>
            <a:endParaRPr sz="1500">
              <a:solidFill>
                <a:schemeClr val="dk1"/>
              </a:solidFill>
              <a:latin typeface="Gowun Batang"/>
              <a:ea typeface="Gowun Batang"/>
              <a:cs typeface="Gowun Batang"/>
              <a:sym typeface="Gowun Batang"/>
            </a:endParaRPr>
          </a:p>
        </p:txBody>
      </p:sp>
      <p:sp>
        <p:nvSpPr>
          <p:cNvPr id="1679" name="Google Shape;1679;p92"/>
          <p:cNvSpPr txBox="1"/>
          <p:nvPr/>
        </p:nvSpPr>
        <p:spPr>
          <a:xfrm>
            <a:off x="5481400" y="1309125"/>
            <a:ext cx="498300" cy="643500"/>
          </a:xfrm>
          <a:prstGeom prst="rect">
            <a:avLst/>
          </a:prstGeom>
          <a:solidFill>
            <a:schemeClr val="dk1"/>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SzPts val="1500"/>
              <a:buNone/>
            </a:pPr>
            <a:r>
              <a:t/>
            </a:r>
            <a:endParaRPr sz="1500">
              <a:solidFill>
                <a:schemeClr val="dk1"/>
              </a:solidFill>
              <a:latin typeface="Gowun Batang"/>
              <a:ea typeface="Gowun Batang"/>
              <a:cs typeface="Gowun Batang"/>
              <a:sym typeface="Gowun Batang"/>
            </a:endParaRPr>
          </a:p>
        </p:txBody>
      </p:sp>
      <p:sp>
        <p:nvSpPr>
          <p:cNvPr id="1680" name="Google Shape;1680;p92"/>
          <p:cNvSpPr txBox="1"/>
          <p:nvPr/>
        </p:nvSpPr>
        <p:spPr>
          <a:xfrm>
            <a:off x="5481400" y="1949225"/>
            <a:ext cx="498300" cy="646800"/>
          </a:xfrm>
          <a:prstGeom prst="rect">
            <a:avLst/>
          </a:prstGeom>
          <a:solidFill>
            <a:schemeClr val="accent3"/>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SzPts val="1500"/>
              <a:buNone/>
            </a:pPr>
            <a:r>
              <a:t/>
            </a:r>
            <a:endParaRPr sz="1500">
              <a:solidFill>
                <a:schemeClr val="dk1"/>
              </a:solidFill>
              <a:latin typeface="Gowun Batang"/>
              <a:ea typeface="Gowun Batang"/>
              <a:cs typeface="Gowun Batang"/>
              <a:sym typeface="Gowun Batang"/>
            </a:endParaRPr>
          </a:p>
        </p:txBody>
      </p:sp>
      <p:sp>
        <p:nvSpPr>
          <p:cNvPr id="1681" name="Google Shape;1681;p92"/>
          <p:cNvSpPr txBox="1"/>
          <p:nvPr/>
        </p:nvSpPr>
        <p:spPr>
          <a:xfrm>
            <a:off x="5481400" y="4501150"/>
            <a:ext cx="498300" cy="643500"/>
          </a:xfrm>
          <a:prstGeom prst="rect">
            <a:avLst/>
          </a:prstGeom>
          <a:solidFill>
            <a:schemeClr val="accent6"/>
          </a:solidFill>
          <a:ln>
            <a:noFill/>
          </a:ln>
        </p:spPr>
        <p:txBody>
          <a:bodyPr anchorCtr="0" anchor="ctr" bIns="0" lIns="91425" spcFirstLastPara="1" rIns="91425" wrap="square" tIns="0">
            <a:normAutofit/>
          </a:bodyPr>
          <a:lstStyle/>
          <a:p>
            <a:pPr indent="0" lvl="0" marL="0" rtl="0" algn="l">
              <a:lnSpc>
                <a:spcPct val="90000"/>
              </a:lnSpc>
              <a:spcBef>
                <a:spcPts val="0"/>
              </a:spcBef>
              <a:spcAft>
                <a:spcPts val="0"/>
              </a:spcAft>
              <a:buSzPts val="1500"/>
              <a:buNone/>
            </a:pPr>
            <a:r>
              <a:t/>
            </a:r>
            <a:endParaRPr sz="1500">
              <a:solidFill>
                <a:schemeClr val="dk1"/>
              </a:solidFill>
              <a:latin typeface="Gowun Batang"/>
              <a:ea typeface="Gowun Batang"/>
              <a:cs typeface="Gowun Batang"/>
              <a:sym typeface="Gowun Batang"/>
            </a:endParaRPr>
          </a:p>
        </p:txBody>
      </p:sp>
      <p:cxnSp>
        <p:nvCxnSpPr>
          <p:cNvPr id="1682" name="Google Shape;1682;p92"/>
          <p:cNvCxnSpPr/>
          <p:nvPr/>
        </p:nvCxnSpPr>
        <p:spPr>
          <a:xfrm rot="10800000">
            <a:off x="520875" y="3864556"/>
            <a:ext cx="8624100" cy="0"/>
          </a:xfrm>
          <a:prstGeom prst="straightConnector1">
            <a:avLst/>
          </a:prstGeom>
          <a:noFill/>
          <a:ln cap="flat" cmpd="sng" w="9525">
            <a:solidFill>
              <a:schemeClr val="lt1"/>
            </a:solidFill>
            <a:prstDash val="solid"/>
            <a:round/>
            <a:headEnd len="sm" w="sm" type="none"/>
            <a:tailEnd len="sm" w="sm" type="none"/>
          </a:ln>
        </p:spPr>
      </p:cxnSp>
      <p:cxnSp>
        <p:nvCxnSpPr>
          <p:cNvPr id="1683" name="Google Shape;1683;p92"/>
          <p:cNvCxnSpPr/>
          <p:nvPr/>
        </p:nvCxnSpPr>
        <p:spPr>
          <a:xfrm rot="10800000">
            <a:off x="520875" y="2595788"/>
            <a:ext cx="8624100" cy="0"/>
          </a:xfrm>
          <a:prstGeom prst="straightConnector1">
            <a:avLst/>
          </a:prstGeom>
          <a:noFill/>
          <a:ln cap="flat" cmpd="sng" w="9525">
            <a:solidFill>
              <a:schemeClr val="lt1"/>
            </a:solidFill>
            <a:prstDash val="solid"/>
            <a:round/>
            <a:headEnd len="sm" w="sm" type="none"/>
            <a:tailEnd len="sm" w="sm" type="none"/>
          </a:ln>
        </p:spPr>
      </p:cxnSp>
      <p:cxnSp>
        <p:nvCxnSpPr>
          <p:cNvPr id="1684" name="Google Shape;1684;p92"/>
          <p:cNvCxnSpPr/>
          <p:nvPr/>
        </p:nvCxnSpPr>
        <p:spPr>
          <a:xfrm rot="10800000">
            <a:off x="5481275" y="1949225"/>
            <a:ext cx="3663000" cy="0"/>
          </a:xfrm>
          <a:prstGeom prst="straightConnector1">
            <a:avLst/>
          </a:prstGeom>
          <a:noFill/>
          <a:ln cap="flat" cmpd="sng" w="9525">
            <a:solidFill>
              <a:schemeClr val="lt1"/>
            </a:solidFill>
            <a:prstDash val="solid"/>
            <a:round/>
            <a:headEnd len="sm" w="sm" type="none"/>
            <a:tailEnd len="sm" w="sm" type="none"/>
          </a:ln>
        </p:spPr>
      </p:cxnSp>
      <p:cxnSp>
        <p:nvCxnSpPr>
          <p:cNvPr id="1685" name="Google Shape;1685;p92"/>
          <p:cNvCxnSpPr/>
          <p:nvPr/>
        </p:nvCxnSpPr>
        <p:spPr>
          <a:xfrm rot="10800000">
            <a:off x="5481275" y="3225630"/>
            <a:ext cx="3663000" cy="0"/>
          </a:xfrm>
          <a:prstGeom prst="straightConnector1">
            <a:avLst/>
          </a:prstGeom>
          <a:noFill/>
          <a:ln cap="flat" cmpd="sng" w="9525">
            <a:solidFill>
              <a:schemeClr val="lt1"/>
            </a:solidFill>
            <a:prstDash val="solid"/>
            <a:round/>
            <a:headEnd len="sm" w="sm" type="none"/>
            <a:tailEnd len="sm" w="sm" type="none"/>
          </a:ln>
        </p:spPr>
      </p:cxnSp>
      <p:cxnSp>
        <p:nvCxnSpPr>
          <p:cNvPr id="1686" name="Google Shape;1686;p92"/>
          <p:cNvCxnSpPr/>
          <p:nvPr/>
        </p:nvCxnSpPr>
        <p:spPr>
          <a:xfrm rot="10800000">
            <a:off x="5481275" y="4501150"/>
            <a:ext cx="3663000" cy="0"/>
          </a:xfrm>
          <a:prstGeom prst="straightConnector1">
            <a:avLst/>
          </a:prstGeom>
          <a:noFill/>
          <a:ln cap="flat" cmpd="sng" w="9525">
            <a:solidFill>
              <a:schemeClr val="lt1"/>
            </a:solidFill>
            <a:prstDash val="solid"/>
            <a:round/>
            <a:headEnd len="sm" w="sm" type="none"/>
            <a:tailEnd len="sm" w="sm" type="none"/>
          </a:ln>
        </p:spPr>
      </p:cxnSp>
      <p:sp>
        <p:nvSpPr>
          <p:cNvPr id="1687" name="Google Shape;1687;p92"/>
          <p:cNvSpPr txBox="1"/>
          <p:nvPr>
            <p:ph idx="2" type="title"/>
          </p:nvPr>
        </p:nvSpPr>
        <p:spPr>
          <a:xfrm>
            <a:off x="5481500" y="1309125"/>
            <a:ext cx="498300" cy="638700"/>
          </a:xfrm>
          <a:prstGeom prst="rect">
            <a:avLst/>
          </a:prstGeom>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1500"/>
              <a:buNone/>
            </a:pPr>
            <a:r>
              <a:rPr lang="en"/>
              <a:t>1</a:t>
            </a:r>
            <a:endParaRPr/>
          </a:p>
        </p:txBody>
      </p:sp>
      <p:sp>
        <p:nvSpPr>
          <p:cNvPr id="1688" name="Google Shape;1688;p92"/>
          <p:cNvSpPr txBox="1"/>
          <p:nvPr>
            <p:ph idx="5" type="title"/>
          </p:nvPr>
        </p:nvSpPr>
        <p:spPr>
          <a:xfrm>
            <a:off x="5481500" y="1949300"/>
            <a:ext cx="498300" cy="646800"/>
          </a:xfrm>
          <a:prstGeom prst="rect">
            <a:avLst/>
          </a:prstGeom>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1500"/>
              <a:buNone/>
            </a:pPr>
            <a:r>
              <a:rPr lang="en"/>
              <a:t>2</a:t>
            </a:r>
            <a:endParaRPr/>
          </a:p>
        </p:txBody>
      </p:sp>
      <p:sp>
        <p:nvSpPr>
          <p:cNvPr id="1689" name="Google Shape;1689;p92"/>
          <p:cNvSpPr txBox="1"/>
          <p:nvPr>
            <p:ph idx="4" type="title"/>
          </p:nvPr>
        </p:nvSpPr>
        <p:spPr>
          <a:xfrm>
            <a:off x="5481500" y="2596100"/>
            <a:ext cx="498300" cy="629100"/>
          </a:xfrm>
          <a:prstGeom prst="rect">
            <a:avLst/>
          </a:prstGeom>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1500"/>
              <a:buNone/>
            </a:pPr>
            <a:r>
              <a:rPr lang="en"/>
              <a:t>1</a:t>
            </a:r>
            <a:endParaRPr/>
          </a:p>
        </p:txBody>
      </p:sp>
      <p:sp>
        <p:nvSpPr>
          <p:cNvPr id="1690" name="Google Shape;1690;p92"/>
          <p:cNvSpPr txBox="1"/>
          <p:nvPr>
            <p:ph idx="3" type="title"/>
          </p:nvPr>
        </p:nvSpPr>
        <p:spPr>
          <a:xfrm>
            <a:off x="5481500" y="3224825"/>
            <a:ext cx="498300" cy="638700"/>
          </a:xfrm>
          <a:prstGeom prst="rect">
            <a:avLst/>
          </a:prstGeom>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1500"/>
              <a:buNone/>
            </a:pPr>
            <a:r>
              <a:rPr lang="en"/>
              <a:t>2</a:t>
            </a:r>
            <a:endParaRPr/>
          </a:p>
        </p:txBody>
      </p:sp>
      <p:sp>
        <p:nvSpPr>
          <p:cNvPr id="1691" name="Google Shape;1691;p92"/>
          <p:cNvSpPr txBox="1"/>
          <p:nvPr>
            <p:ph type="title"/>
          </p:nvPr>
        </p:nvSpPr>
        <p:spPr>
          <a:xfrm>
            <a:off x="5481500" y="3864550"/>
            <a:ext cx="498300" cy="636600"/>
          </a:xfrm>
          <a:prstGeom prst="rect">
            <a:avLst/>
          </a:prstGeom>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1500"/>
              <a:buNone/>
            </a:pPr>
            <a:r>
              <a:rPr lang="en"/>
              <a:t>1</a:t>
            </a:r>
            <a:endParaRPr/>
          </a:p>
        </p:txBody>
      </p:sp>
      <p:sp>
        <p:nvSpPr>
          <p:cNvPr id="1692" name="Google Shape;1692;p92"/>
          <p:cNvSpPr txBox="1"/>
          <p:nvPr>
            <p:ph idx="6" type="title"/>
          </p:nvPr>
        </p:nvSpPr>
        <p:spPr>
          <a:xfrm>
            <a:off x="5481475" y="4504275"/>
            <a:ext cx="498300" cy="643500"/>
          </a:xfrm>
          <a:prstGeom prst="rect">
            <a:avLst/>
          </a:prstGeom>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1500"/>
              <a:buNone/>
            </a:pPr>
            <a:r>
              <a:rPr lang="en"/>
              <a:t>2</a:t>
            </a:r>
            <a:endParaRPr/>
          </a:p>
        </p:txBody>
      </p:sp>
      <p:sp>
        <p:nvSpPr>
          <p:cNvPr id="1693" name="Google Shape;1693;p92"/>
          <p:cNvSpPr txBox="1"/>
          <p:nvPr>
            <p:ph idx="1" type="body"/>
          </p:nvPr>
        </p:nvSpPr>
        <p:spPr>
          <a:xfrm>
            <a:off x="2187950" y="1307550"/>
            <a:ext cx="3181200" cy="1288500"/>
          </a:xfrm>
          <a:prstGeom prst="rect">
            <a:avLst/>
          </a:prstGeom>
        </p:spPr>
        <p:txBody>
          <a:bodyPr anchorCtr="0" anchor="ctr" bIns="91425" lIns="274300" spcFirstLastPara="1" rIns="91425" wrap="square" tIns="91425">
            <a:normAutofit/>
          </a:bodyPr>
          <a:lstStyle/>
          <a:p>
            <a:pPr indent="0" lvl="0" marL="0" rtl="0" algn="l">
              <a:spcBef>
                <a:spcPts val="0"/>
              </a:spcBef>
              <a:spcAft>
                <a:spcPts val="0"/>
              </a:spcAft>
              <a:buSzPts val="1000"/>
              <a:buNone/>
            </a:pPr>
            <a:r>
              <a:rPr lang="en"/>
              <a:t>&lt;Context&gt;PDF content here&lt;/Context&gt;</a:t>
            </a:r>
            <a:endParaRPr/>
          </a:p>
          <a:p>
            <a:pPr indent="0" lvl="0" marL="0" rtl="0" algn="l">
              <a:spcBef>
                <a:spcPts val="0"/>
              </a:spcBef>
              <a:spcAft>
                <a:spcPts val="0"/>
              </a:spcAft>
              <a:buSzPts val="1000"/>
              <a:buNone/>
            </a:pPr>
            <a:r>
              <a:t/>
            </a:r>
            <a:endParaRPr/>
          </a:p>
          <a:p>
            <a:pPr indent="0" lvl="0" marL="0" rtl="0" algn="l">
              <a:spcBef>
                <a:spcPts val="0"/>
              </a:spcBef>
              <a:spcAft>
                <a:spcPts val="0"/>
              </a:spcAft>
              <a:buSzPts val="1000"/>
              <a:buNone/>
            </a:pPr>
            <a:r>
              <a:rPr lang="en"/>
              <a:t>&lt;Role&gt;You are an expert&lt;/Role&gt;</a:t>
            </a:r>
            <a:endParaRPr/>
          </a:p>
          <a:p>
            <a:pPr indent="0" lvl="0" marL="0" rtl="0" algn="l">
              <a:spcBef>
                <a:spcPts val="0"/>
              </a:spcBef>
              <a:spcAft>
                <a:spcPts val="0"/>
              </a:spcAft>
              <a:buSzPts val="1000"/>
              <a:buNone/>
            </a:pPr>
            <a:r>
              <a:t/>
            </a:r>
            <a:endParaRPr/>
          </a:p>
          <a:p>
            <a:pPr indent="0" lvl="0" marL="0" rtl="0" algn="l">
              <a:spcBef>
                <a:spcPts val="0"/>
              </a:spcBef>
              <a:spcAft>
                <a:spcPts val="0"/>
              </a:spcAft>
              <a:buSzPts val="1000"/>
              <a:buNone/>
            </a:pPr>
            <a:r>
              <a:rPr lang="en"/>
              <a:t>&lt;Output&gt;Output plain markdown&lt;/Output&gt;</a:t>
            </a:r>
            <a:endParaRPr/>
          </a:p>
        </p:txBody>
      </p:sp>
      <p:sp>
        <p:nvSpPr>
          <p:cNvPr id="1694" name="Google Shape;1694;p92"/>
          <p:cNvSpPr txBox="1"/>
          <p:nvPr>
            <p:ph idx="7" type="body"/>
          </p:nvPr>
        </p:nvSpPr>
        <p:spPr>
          <a:xfrm>
            <a:off x="2187950" y="3864550"/>
            <a:ext cx="3181200" cy="1279200"/>
          </a:xfrm>
          <a:prstGeom prst="rect">
            <a:avLst/>
          </a:prstGeom>
        </p:spPr>
        <p:txBody>
          <a:bodyPr anchorCtr="0" anchor="ctr" bIns="91425" lIns="274300" spcFirstLastPara="1" rIns="91425" wrap="square" tIns="91425">
            <a:normAutofit/>
          </a:bodyPr>
          <a:lstStyle/>
          <a:p>
            <a:pPr indent="0" lvl="0" marL="0" rtl="0" algn="l">
              <a:spcBef>
                <a:spcPts val="0"/>
              </a:spcBef>
              <a:spcAft>
                <a:spcPts val="1000"/>
              </a:spcAft>
              <a:buSzPts val="1000"/>
              <a:buNone/>
            </a:pPr>
            <a:r>
              <a:rPr lang="en"/>
              <a:t>Can provide many documents in nested XML</a:t>
            </a:r>
            <a:endParaRPr/>
          </a:p>
        </p:txBody>
      </p:sp>
      <p:sp>
        <p:nvSpPr>
          <p:cNvPr id="1695" name="Google Shape;1695;p92"/>
          <p:cNvSpPr txBox="1"/>
          <p:nvPr>
            <p:ph idx="8" type="body"/>
          </p:nvPr>
        </p:nvSpPr>
        <p:spPr>
          <a:xfrm>
            <a:off x="2187950" y="2596100"/>
            <a:ext cx="3181200" cy="1268700"/>
          </a:xfrm>
          <a:prstGeom prst="rect">
            <a:avLst/>
          </a:prstGeom>
        </p:spPr>
        <p:txBody>
          <a:bodyPr anchorCtr="0" anchor="ctr" bIns="91425" lIns="274300" spcFirstLastPara="1" rIns="91425" wrap="square" tIns="91425">
            <a:normAutofit/>
          </a:bodyPr>
          <a:lstStyle/>
          <a:p>
            <a:pPr indent="0" lvl="0" marL="0" rtl="0" algn="l">
              <a:spcBef>
                <a:spcPts val="0"/>
              </a:spcBef>
              <a:spcAft>
                <a:spcPts val="1000"/>
              </a:spcAft>
              <a:buSzPts val="1000"/>
              <a:buNone/>
            </a:pPr>
            <a:r>
              <a:rPr lang="en"/>
              <a:t>It is better to </a:t>
            </a:r>
            <a:r>
              <a:rPr lang="en"/>
              <a:t>explain why something should or should not be done, rather than “negative” prompting disallowing a behavior entirely via some blanket statement.</a:t>
            </a:r>
            <a:endParaRPr/>
          </a:p>
        </p:txBody>
      </p:sp>
      <p:sp>
        <p:nvSpPr>
          <p:cNvPr id="1696" name="Google Shape;1696;p92"/>
          <p:cNvSpPr txBox="1"/>
          <p:nvPr>
            <p:ph idx="15" type="title"/>
          </p:nvPr>
        </p:nvSpPr>
        <p:spPr>
          <a:xfrm flipH="1">
            <a:off x="521275" y="347825"/>
            <a:ext cx="6252600" cy="972600"/>
          </a:xfrm>
          <a:prstGeom prst="rect">
            <a:avLst/>
          </a:prstGeom>
        </p:spPr>
        <p:txBody>
          <a:bodyPr anchorCtr="0" anchor="ctr" bIns="0" lIns="274300" spcFirstLastPara="1" rIns="91425" wrap="square" tIns="0">
            <a:normAutofit/>
          </a:bodyPr>
          <a:lstStyle/>
          <a:p>
            <a:pPr indent="0" lvl="0" marL="0" rtl="0" algn="l">
              <a:lnSpc>
                <a:spcPct val="100000"/>
              </a:lnSpc>
              <a:spcBef>
                <a:spcPts val="0"/>
              </a:spcBef>
              <a:spcAft>
                <a:spcPts val="0"/>
              </a:spcAft>
              <a:buSzPts val="2400"/>
              <a:buNone/>
            </a:pPr>
            <a:r>
              <a:rPr lang="en"/>
              <a:t>Anthropic Models</a:t>
            </a:r>
            <a:endParaRPr/>
          </a:p>
        </p:txBody>
      </p:sp>
      <p:sp>
        <p:nvSpPr>
          <p:cNvPr id="1697" name="Google Shape;1697;p92"/>
          <p:cNvSpPr txBox="1"/>
          <p:nvPr>
            <p:ph idx="16" type="title"/>
          </p:nvPr>
        </p:nvSpPr>
        <p:spPr>
          <a:xfrm>
            <a:off x="521275" y="1307500"/>
            <a:ext cx="1666500" cy="1288500"/>
          </a:xfrm>
          <a:prstGeom prst="rect">
            <a:avLst/>
          </a:prstGeom>
        </p:spPr>
        <p:txBody>
          <a:bodyPr anchorCtr="0" anchor="ctr" bIns="0" lIns="274300" spcFirstLastPara="1" rIns="91425" wrap="square" tIns="0">
            <a:normAutofit/>
          </a:bodyPr>
          <a:lstStyle/>
          <a:p>
            <a:pPr indent="0" lvl="0" marL="0" rtl="0" algn="l">
              <a:lnSpc>
                <a:spcPct val="115000"/>
              </a:lnSpc>
              <a:spcBef>
                <a:spcPts val="0"/>
              </a:spcBef>
              <a:spcAft>
                <a:spcPts val="0"/>
              </a:spcAft>
              <a:buSzPts val="1200"/>
              <a:buNone/>
            </a:pPr>
            <a:r>
              <a:rPr lang="en"/>
              <a:t>Use XML</a:t>
            </a:r>
            <a:endParaRPr/>
          </a:p>
        </p:txBody>
      </p:sp>
      <p:sp>
        <p:nvSpPr>
          <p:cNvPr id="1698" name="Google Shape;1698;p92"/>
          <p:cNvSpPr txBox="1"/>
          <p:nvPr>
            <p:ph idx="17" type="title"/>
          </p:nvPr>
        </p:nvSpPr>
        <p:spPr>
          <a:xfrm>
            <a:off x="521275" y="2595800"/>
            <a:ext cx="1666500" cy="1268700"/>
          </a:xfrm>
          <a:prstGeom prst="rect">
            <a:avLst/>
          </a:prstGeom>
        </p:spPr>
        <p:txBody>
          <a:bodyPr anchorCtr="0" anchor="ctr" bIns="0" lIns="274300" spcFirstLastPara="1" rIns="91425" wrap="square" tIns="0">
            <a:normAutofit/>
          </a:bodyPr>
          <a:lstStyle/>
          <a:p>
            <a:pPr indent="0" lvl="0" marL="0" rtl="0" algn="l">
              <a:lnSpc>
                <a:spcPct val="115000"/>
              </a:lnSpc>
              <a:spcBef>
                <a:spcPts val="0"/>
              </a:spcBef>
              <a:spcAft>
                <a:spcPts val="0"/>
              </a:spcAft>
              <a:buSzPts val="1200"/>
              <a:buNone/>
            </a:pPr>
            <a:r>
              <a:rPr lang="en"/>
              <a:t>Explain why</a:t>
            </a:r>
            <a:endParaRPr/>
          </a:p>
        </p:txBody>
      </p:sp>
      <p:sp>
        <p:nvSpPr>
          <p:cNvPr id="1699" name="Google Shape;1699;p92"/>
          <p:cNvSpPr txBox="1"/>
          <p:nvPr>
            <p:ph idx="18" type="title"/>
          </p:nvPr>
        </p:nvSpPr>
        <p:spPr>
          <a:xfrm>
            <a:off x="521275" y="3866800"/>
            <a:ext cx="1666500" cy="1276800"/>
          </a:xfrm>
          <a:prstGeom prst="rect">
            <a:avLst/>
          </a:prstGeom>
        </p:spPr>
        <p:txBody>
          <a:bodyPr anchorCtr="0" anchor="ctr" bIns="0" lIns="274300" spcFirstLastPara="1" rIns="91425" wrap="square" tIns="0">
            <a:normAutofit/>
          </a:bodyPr>
          <a:lstStyle/>
          <a:p>
            <a:pPr indent="0" lvl="0" marL="0" rtl="0" algn="l">
              <a:lnSpc>
                <a:spcPct val="115000"/>
              </a:lnSpc>
              <a:spcBef>
                <a:spcPts val="0"/>
              </a:spcBef>
              <a:spcAft>
                <a:spcPts val="0"/>
              </a:spcAft>
              <a:buSzPts val="1200"/>
              <a:buNone/>
            </a:pPr>
            <a:r>
              <a:rPr lang="en"/>
              <a:t>Long context prompting</a:t>
            </a:r>
            <a:endParaRPr/>
          </a:p>
        </p:txBody>
      </p:sp>
      <p:sp>
        <p:nvSpPr>
          <p:cNvPr id="1700" name="Google Shape;1700;p92"/>
          <p:cNvSpPr txBox="1"/>
          <p:nvPr>
            <p:ph idx="24" type="subTitle"/>
          </p:nvPr>
        </p:nvSpPr>
        <p:spPr>
          <a:xfrm>
            <a:off x="6092100" y="1305550"/>
            <a:ext cx="2942100" cy="643500"/>
          </a:xfrm>
          <a:prstGeom prst="rect">
            <a:avLst/>
          </a:prstGeom>
        </p:spPr>
        <p:txBody>
          <a:bodyPr anchorCtr="0" anchor="ctr" bIns="91425" lIns="91425" spcFirstLastPara="1" rIns="91425" wrap="square" tIns="91425">
            <a:normAutofit fontScale="85000"/>
          </a:bodyPr>
          <a:lstStyle/>
          <a:p>
            <a:pPr indent="0" lvl="0" marL="0" rtl="0" algn="l">
              <a:spcBef>
                <a:spcPts val="0"/>
              </a:spcBef>
              <a:spcAft>
                <a:spcPts val="0"/>
              </a:spcAft>
              <a:buSzPct val="100000"/>
              <a:buNone/>
            </a:pPr>
            <a:r>
              <a:rPr lang="en"/>
              <a:t>XML tags help Claude parse complex prompts unambiguously, especially when your prompt mixes instructions, context, examples, and variable inputs. </a:t>
            </a:r>
            <a:endParaRPr/>
          </a:p>
        </p:txBody>
      </p:sp>
      <p:sp>
        <p:nvSpPr>
          <p:cNvPr id="1701" name="Google Shape;1701;p92"/>
          <p:cNvSpPr txBox="1"/>
          <p:nvPr>
            <p:ph idx="19" type="subTitle"/>
          </p:nvPr>
        </p:nvSpPr>
        <p:spPr>
          <a:xfrm>
            <a:off x="6092100" y="1950763"/>
            <a:ext cx="2942100" cy="643500"/>
          </a:xfrm>
          <a:prstGeom prst="rect">
            <a:avLst/>
          </a:prstGeom>
        </p:spPr>
        <p:txBody>
          <a:bodyPr anchorCtr="0" anchor="ctr" bIns="91425" lIns="91425" spcFirstLastPara="1" rIns="91425" wrap="square" tIns="91425">
            <a:normAutofit lnSpcReduction="20000"/>
          </a:bodyPr>
          <a:lstStyle/>
          <a:p>
            <a:pPr indent="0" lvl="0" marL="0" rtl="0" algn="l">
              <a:spcBef>
                <a:spcPts val="0"/>
              </a:spcBef>
              <a:spcAft>
                <a:spcPts val="0"/>
              </a:spcAft>
              <a:buSzPts val="1000"/>
              <a:buNone/>
            </a:pPr>
            <a:r>
              <a:rPr lang="en"/>
              <a:t>Wrapping each type of content in its own tag — e.g. &lt;instructions&gt;, &lt;context&gt;, &lt;input&gt; — reduces misinterpretation.</a:t>
            </a:r>
            <a:endParaRPr/>
          </a:p>
        </p:txBody>
      </p:sp>
      <p:sp>
        <p:nvSpPr>
          <p:cNvPr id="1702" name="Google Shape;1702;p92"/>
          <p:cNvSpPr txBox="1"/>
          <p:nvPr>
            <p:ph idx="20" type="subTitle"/>
          </p:nvPr>
        </p:nvSpPr>
        <p:spPr>
          <a:xfrm>
            <a:off x="6092100" y="2595825"/>
            <a:ext cx="2942100" cy="6291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SzPts val="1000"/>
              <a:buNone/>
            </a:pPr>
            <a:r>
              <a:rPr lang="en"/>
              <a:t>Bad: NEVER use ellipses</a:t>
            </a:r>
            <a:endParaRPr/>
          </a:p>
        </p:txBody>
      </p:sp>
      <p:sp>
        <p:nvSpPr>
          <p:cNvPr id="1703" name="Google Shape;1703;p92"/>
          <p:cNvSpPr txBox="1"/>
          <p:nvPr>
            <p:ph idx="21" type="subTitle"/>
          </p:nvPr>
        </p:nvSpPr>
        <p:spPr>
          <a:xfrm>
            <a:off x="6092100" y="3225925"/>
            <a:ext cx="2942100" cy="638700"/>
          </a:xfrm>
          <a:prstGeom prst="rect">
            <a:avLst/>
          </a:prstGeom>
        </p:spPr>
        <p:txBody>
          <a:bodyPr anchorCtr="0" anchor="ctr" bIns="91425" lIns="91425" spcFirstLastPara="1" rIns="91425" wrap="square" tIns="91425">
            <a:normAutofit fontScale="77500" lnSpcReduction="20000"/>
          </a:bodyPr>
          <a:lstStyle/>
          <a:p>
            <a:pPr indent="0" lvl="0" marL="0" rtl="0" algn="l">
              <a:lnSpc>
                <a:spcPct val="115000"/>
              </a:lnSpc>
              <a:spcBef>
                <a:spcPts val="0"/>
              </a:spcBef>
              <a:spcAft>
                <a:spcPts val="0"/>
              </a:spcAft>
              <a:buSzPct val="100000"/>
              <a:buNone/>
            </a:pPr>
            <a:r>
              <a:rPr lang="en"/>
              <a:t>Good: Your response will be read aloud by a text-to-speech engine, so never use ellipses since the text-to-speech engine will not know how to pronounce them.</a:t>
            </a:r>
            <a:endParaRPr/>
          </a:p>
        </p:txBody>
      </p:sp>
      <p:sp>
        <p:nvSpPr>
          <p:cNvPr id="1704" name="Google Shape;1704;p92"/>
          <p:cNvSpPr txBox="1"/>
          <p:nvPr>
            <p:ph idx="22" type="subTitle"/>
          </p:nvPr>
        </p:nvSpPr>
        <p:spPr>
          <a:xfrm>
            <a:off x="6092100" y="3863525"/>
            <a:ext cx="2942100" cy="6366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SzPts val="1000"/>
              <a:buNone/>
            </a:pPr>
            <a:r>
              <a:rPr lang="en"/>
              <a:t>Put documents and long form stuff at the top</a:t>
            </a:r>
            <a:endParaRPr/>
          </a:p>
        </p:txBody>
      </p:sp>
      <p:sp>
        <p:nvSpPr>
          <p:cNvPr id="1705" name="Google Shape;1705;p92"/>
          <p:cNvSpPr txBox="1"/>
          <p:nvPr>
            <p:ph idx="23" type="subTitle"/>
          </p:nvPr>
        </p:nvSpPr>
        <p:spPr>
          <a:xfrm>
            <a:off x="6092100" y="4498790"/>
            <a:ext cx="2942100" cy="6438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SzPts val="1000"/>
              <a:buNone/>
            </a:pPr>
            <a:r>
              <a:rPr lang="en"/>
              <a:t>Ask Claude to quote document information to avoid hallucinations.</a:t>
            </a:r>
            <a:endParaRPr/>
          </a:p>
        </p:txBody>
      </p:sp>
      <p:sp>
        <p:nvSpPr>
          <p:cNvPr id="1706" name="Google Shape;1706;p92"/>
          <p:cNvSpPr txBox="1"/>
          <p:nvPr/>
        </p:nvSpPr>
        <p:spPr>
          <a:xfrm>
            <a:off x="5989650" y="441575"/>
            <a:ext cx="30000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accent1"/>
                </a:solidFill>
                <a:latin typeface="Inter"/>
                <a:ea typeface="Inter"/>
                <a:cs typeface="Inter"/>
                <a:sym typeface="Inter"/>
              </a:rPr>
              <a:t>If a coworker doesn’t understand your prompt, it is not a good prompt</a:t>
            </a:r>
            <a:endParaRPr b="1" sz="1300">
              <a:solidFill>
                <a:schemeClr val="accent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0" name="Shape 1710"/>
        <p:cNvGrpSpPr/>
        <p:nvPr/>
      </p:nvGrpSpPr>
      <p:grpSpPr>
        <a:xfrm>
          <a:off x="0" y="0"/>
          <a:ext cx="0" cy="0"/>
          <a:chOff x="0" y="0"/>
          <a:chExt cx="0" cy="0"/>
        </a:xfrm>
      </p:grpSpPr>
      <p:cxnSp>
        <p:nvCxnSpPr>
          <p:cNvPr id="1711" name="Google Shape;1711;p93"/>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sp>
        <p:nvSpPr>
          <p:cNvPr id="1712" name="Google Shape;1712;p93"/>
          <p:cNvSpPr txBox="1"/>
          <p:nvPr>
            <p:ph idx="1" type="body"/>
          </p:nvPr>
        </p:nvSpPr>
        <p:spPr>
          <a:xfrm>
            <a:off x="521275" y="1307550"/>
            <a:ext cx="8282100" cy="3836100"/>
          </a:xfrm>
          <a:prstGeom prst="rect">
            <a:avLst/>
          </a:prstGeom>
        </p:spPr>
        <p:txBody>
          <a:bodyPr anchorCtr="0" anchor="ctr" bIns="91425" lIns="274300" spcFirstLastPara="1" rIns="91425" wrap="square" tIns="91425">
            <a:normAutofit fontScale="92500" lnSpcReduction="20000"/>
          </a:bodyPr>
          <a:lstStyle/>
          <a:p>
            <a:pPr indent="0" lvl="0" marL="0" rtl="0" algn="l">
              <a:spcBef>
                <a:spcPts val="0"/>
              </a:spcBef>
              <a:spcAft>
                <a:spcPts val="0"/>
              </a:spcAft>
              <a:buSzPct val="100000"/>
              <a:buNone/>
            </a:pPr>
            <a:r>
              <a:rPr lang="en"/>
              <a:t>You are an AI physician's assistant. Your task is to help doctors diagnose possible patient illnesses.</a:t>
            </a:r>
            <a:endParaRPr/>
          </a:p>
          <a:p>
            <a:pPr indent="0" lvl="0" marL="0" rtl="0" algn="l">
              <a:spcBef>
                <a:spcPts val="0"/>
              </a:spcBef>
              <a:spcAft>
                <a:spcPts val="0"/>
              </a:spcAft>
              <a:buSzPct val="100000"/>
              <a:buNone/>
            </a:pPr>
            <a:r>
              <a:t/>
            </a:r>
            <a:endParaRPr/>
          </a:p>
          <a:p>
            <a:pPr indent="0" lvl="0" marL="0" rtl="0" algn="l">
              <a:spcBef>
                <a:spcPts val="0"/>
              </a:spcBef>
              <a:spcAft>
                <a:spcPts val="0"/>
              </a:spcAft>
              <a:buSzPct val="100000"/>
              <a:buNone/>
            </a:pPr>
            <a:r>
              <a:rPr lang="en"/>
              <a:t>&lt;documents&gt;</a:t>
            </a:r>
            <a:endParaRPr/>
          </a:p>
          <a:p>
            <a:pPr indent="0" lvl="0" marL="0" rtl="0" algn="l">
              <a:spcBef>
                <a:spcPts val="0"/>
              </a:spcBef>
              <a:spcAft>
                <a:spcPts val="0"/>
              </a:spcAft>
              <a:buSzPct val="100000"/>
              <a:buNone/>
            </a:pPr>
            <a:r>
              <a:rPr lang="en"/>
              <a:t>  &lt;document index="1"&gt;</a:t>
            </a:r>
            <a:endParaRPr/>
          </a:p>
          <a:p>
            <a:pPr indent="0" lvl="0" marL="0" rtl="0" algn="l">
              <a:spcBef>
                <a:spcPts val="0"/>
              </a:spcBef>
              <a:spcAft>
                <a:spcPts val="0"/>
              </a:spcAft>
              <a:buSzPct val="100000"/>
              <a:buNone/>
            </a:pPr>
            <a:r>
              <a:rPr lang="en"/>
              <a:t>    &lt;source&gt;patient_symptoms.txt&lt;/source&gt;</a:t>
            </a:r>
            <a:endParaRPr/>
          </a:p>
          <a:p>
            <a:pPr indent="0" lvl="0" marL="0" rtl="0" algn="l">
              <a:spcBef>
                <a:spcPts val="0"/>
              </a:spcBef>
              <a:spcAft>
                <a:spcPts val="0"/>
              </a:spcAft>
              <a:buSzPct val="100000"/>
              <a:buNone/>
            </a:pPr>
            <a:r>
              <a:rPr lang="en"/>
              <a:t>    &lt;document_content&gt;</a:t>
            </a:r>
            <a:endParaRPr/>
          </a:p>
          <a:p>
            <a:pPr indent="0" lvl="0" marL="0" rtl="0" algn="l">
              <a:spcBef>
                <a:spcPts val="0"/>
              </a:spcBef>
              <a:spcAft>
                <a:spcPts val="0"/>
              </a:spcAft>
              <a:buSzPct val="100000"/>
              <a:buNone/>
            </a:pPr>
            <a:r>
              <a:rPr lang="en"/>
              <a:t>      {{PATIENT_SYMPTOMS}}</a:t>
            </a:r>
            <a:endParaRPr/>
          </a:p>
          <a:p>
            <a:pPr indent="0" lvl="0" marL="0" rtl="0" algn="l">
              <a:spcBef>
                <a:spcPts val="0"/>
              </a:spcBef>
              <a:spcAft>
                <a:spcPts val="0"/>
              </a:spcAft>
              <a:buSzPct val="100000"/>
              <a:buNone/>
            </a:pPr>
            <a:r>
              <a:rPr lang="en"/>
              <a:t>    &lt;/document_content&gt;</a:t>
            </a:r>
            <a:endParaRPr/>
          </a:p>
          <a:p>
            <a:pPr indent="0" lvl="0" marL="0" rtl="0" algn="l">
              <a:spcBef>
                <a:spcPts val="0"/>
              </a:spcBef>
              <a:spcAft>
                <a:spcPts val="0"/>
              </a:spcAft>
              <a:buSzPct val="100000"/>
              <a:buNone/>
            </a:pPr>
            <a:r>
              <a:rPr lang="en"/>
              <a:t>  &lt;/document&gt;</a:t>
            </a:r>
            <a:endParaRPr/>
          </a:p>
          <a:p>
            <a:pPr indent="0" lvl="0" marL="0" rtl="0" algn="l">
              <a:spcBef>
                <a:spcPts val="0"/>
              </a:spcBef>
              <a:spcAft>
                <a:spcPts val="0"/>
              </a:spcAft>
              <a:buSzPct val="100000"/>
              <a:buNone/>
            </a:pPr>
            <a:r>
              <a:rPr lang="en"/>
              <a:t>  &lt;document index="2"&gt;</a:t>
            </a:r>
            <a:endParaRPr/>
          </a:p>
          <a:p>
            <a:pPr indent="0" lvl="0" marL="0" rtl="0" algn="l">
              <a:spcBef>
                <a:spcPts val="0"/>
              </a:spcBef>
              <a:spcAft>
                <a:spcPts val="0"/>
              </a:spcAft>
              <a:buSzPct val="100000"/>
              <a:buNone/>
            </a:pPr>
            <a:r>
              <a:rPr lang="en"/>
              <a:t>    &lt;source&gt;patient_records.txt&lt;/source&gt;</a:t>
            </a:r>
            <a:endParaRPr/>
          </a:p>
          <a:p>
            <a:pPr indent="0" lvl="0" marL="0" rtl="0" algn="l">
              <a:spcBef>
                <a:spcPts val="0"/>
              </a:spcBef>
              <a:spcAft>
                <a:spcPts val="0"/>
              </a:spcAft>
              <a:buSzPct val="100000"/>
              <a:buNone/>
            </a:pPr>
            <a:r>
              <a:rPr lang="en"/>
              <a:t>    &lt;document_content&gt;</a:t>
            </a:r>
            <a:endParaRPr/>
          </a:p>
          <a:p>
            <a:pPr indent="0" lvl="0" marL="0" rtl="0" algn="l">
              <a:spcBef>
                <a:spcPts val="0"/>
              </a:spcBef>
              <a:spcAft>
                <a:spcPts val="0"/>
              </a:spcAft>
              <a:buSzPct val="100000"/>
              <a:buNone/>
            </a:pPr>
            <a:r>
              <a:rPr lang="en"/>
              <a:t>      {{PATIENT_RECORDS}}</a:t>
            </a:r>
            <a:endParaRPr/>
          </a:p>
          <a:p>
            <a:pPr indent="0" lvl="0" marL="0" rtl="0" algn="l">
              <a:spcBef>
                <a:spcPts val="0"/>
              </a:spcBef>
              <a:spcAft>
                <a:spcPts val="0"/>
              </a:spcAft>
              <a:buSzPct val="100000"/>
              <a:buNone/>
            </a:pPr>
            <a:r>
              <a:rPr lang="en"/>
              <a:t>    &lt;/document_content&gt;</a:t>
            </a:r>
            <a:endParaRPr/>
          </a:p>
          <a:p>
            <a:pPr indent="0" lvl="0" marL="0" rtl="0" algn="l">
              <a:spcBef>
                <a:spcPts val="0"/>
              </a:spcBef>
              <a:spcAft>
                <a:spcPts val="0"/>
              </a:spcAft>
              <a:buSzPct val="100000"/>
              <a:buNone/>
            </a:pPr>
            <a:r>
              <a:rPr lang="en"/>
              <a:t>  &lt;/document&gt;</a:t>
            </a:r>
            <a:endParaRPr/>
          </a:p>
          <a:p>
            <a:pPr indent="0" lvl="0" marL="0" rtl="0" algn="l">
              <a:spcBef>
                <a:spcPts val="0"/>
              </a:spcBef>
              <a:spcAft>
                <a:spcPts val="0"/>
              </a:spcAft>
              <a:buSzPct val="100000"/>
              <a:buNone/>
            </a:pPr>
            <a:r>
              <a:rPr lang="en"/>
              <a:t>  &lt;document index="3"&gt;</a:t>
            </a:r>
            <a:endParaRPr/>
          </a:p>
          <a:p>
            <a:pPr indent="0" lvl="0" marL="0" rtl="0" algn="l">
              <a:spcBef>
                <a:spcPts val="0"/>
              </a:spcBef>
              <a:spcAft>
                <a:spcPts val="0"/>
              </a:spcAft>
              <a:buSzPct val="100000"/>
              <a:buNone/>
            </a:pPr>
            <a:r>
              <a:rPr lang="en"/>
              <a:t>    &lt;source&gt;patient01_appt_history.txt&lt;/source&gt;</a:t>
            </a:r>
            <a:endParaRPr/>
          </a:p>
          <a:p>
            <a:pPr indent="0" lvl="0" marL="0" rtl="0" algn="l">
              <a:spcBef>
                <a:spcPts val="0"/>
              </a:spcBef>
              <a:spcAft>
                <a:spcPts val="0"/>
              </a:spcAft>
              <a:buSzPct val="100000"/>
              <a:buNone/>
            </a:pPr>
            <a:r>
              <a:rPr lang="en"/>
              <a:t>    &lt;document_content&gt;</a:t>
            </a:r>
            <a:endParaRPr/>
          </a:p>
          <a:p>
            <a:pPr indent="0" lvl="0" marL="0" rtl="0" algn="l">
              <a:spcBef>
                <a:spcPts val="0"/>
              </a:spcBef>
              <a:spcAft>
                <a:spcPts val="0"/>
              </a:spcAft>
              <a:buSzPct val="100000"/>
              <a:buNone/>
            </a:pPr>
            <a:r>
              <a:rPr lang="en"/>
              <a:t>      {{PATIENT01_APPOINTMENT_HISTORY}}</a:t>
            </a:r>
            <a:endParaRPr/>
          </a:p>
          <a:p>
            <a:pPr indent="0" lvl="0" marL="0" rtl="0" algn="l">
              <a:spcBef>
                <a:spcPts val="0"/>
              </a:spcBef>
              <a:spcAft>
                <a:spcPts val="0"/>
              </a:spcAft>
              <a:buSzPct val="100000"/>
              <a:buNone/>
            </a:pPr>
            <a:r>
              <a:rPr lang="en"/>
              <a:t>    &lt;/document_content&gt;</a:t>
            </a:r>
            <a:endParaRPr/>
          </a:p>
          <a:p>
            <a:pPr indent="0" lvl="0" marL="0" rtl="0" algn="l">
              <a:spcBef>
                <a:spcPts val="0"/>
              </a:spcBef>
              <a:spcAft>
                <a:spcPts val="0"/>
              </a:spcAft>
              <a:buSzPct val="100000"/>
              <a:buNone/>
            </a:pPr>
            <a:r>
              <a:rPr lang="en"/>
              <a:t>  &lt;/document&gt;</a:t>
            </a:r>
            <a:endParaRPr/>
          </a:p>
          <a:p>
            <a:pPr indent="0" lvl="0" marL="0" rtl="0" algn="l">
              <a:spcBef>
                <a:spcPts val="0"/>
              </a:spcBef>
              <a:spcAft>
                <a:spcPts val="0"/>
              </a:spcAft>
              <a:buSzPct val="100000"/>
              <a:buNone/>
            </a:pPr>
            <a:r>
              <a:rPr lang="en"/>
              <a:t>&lt;/documents&gt;</a:t>
            </a:r>
            <a:endParaRPr/>
          </a:p>
          <a:p>
            <a:pPr indent="0" lvl="0" marL="0" rtl="0" algn="l">
              <a:spcBef>
                <a:spcPts val="0"/>
              </a:spcBef>
              <a:spcAft>
                <a:spcPts val="0"/>
              </a:spcAft>
              <a:buSzPct val="100000"/>
              <a:buNone/>
            </a:pPr>
            <a:r>
              <a:t/>
            </a:r>
            <a:endParaRPr/>
          </a:p>
          <a:p>
            <a:pPr indent="0" lvl="0" marL="0" rtl="0" algn="l">
              <a:spcBef>
                <a:spcPts val="0"/>
              </a:spcBef>
              <a:spcAft>
                <a:spcPts val="0"/>
              </a:spcAft>
              <a:buSzPct val="100000"/>
              <a:buNone/>
            </a:pPr>
            <a:r>
              <a:rPr lang="en"/>
              <a:t>Find quotes from the patient records and appointment history that are relevant to diagnosing the patient's reported symptoms. Place these in &lt;quotes&gt; tags. Then, based on these quotes, list all information that would help the doctor diagnose the patient's symptoms. Place your diagnostic information in &lt;info&gt; tags.</a:t>
            </a:r>
            <a:endParaRPr/>
          </a:p>
        </p:txBody>
      </p:sp>
      <p:sp>
        <p:nvSpPr>
          <p:cNvPr id="1713" name="Google Shape;1713;p93"/>
          <p:cNvSpPr txBox="1"/>
          <p:nvPr>
            <p:ph idx="15" type="title"/>
          </p:nvPr>
        </p:nvSpPr>
        <p:spPr>
          <a:xfrm flipH="1">
            <a:off x="521275" y="347825"/>
            <a:ext cx="6252600" cy="972600"/>
          </a:xfrm>
          <a:prstGeom prst="rect">
            <a:avLst/>
          </a:prstGeom>
        </p:spPr>
        <p:txBody>
          <a:bodyPr anchorCtr="0" anchor="ctr" bIns="0" lIns="274300" spcFirstLastPara="1" rIns="91425" wrap="square" tIns="0">
            <a:normAutofit/>
          </a:bodyPr>
          <a:lstStyle/>
          <a:p>
            <a:pPr indent="0" lvl="0" marL="0" rtl="0" algn="l">
              <a:lnSpc>
                <a:spcPct val="100000"/>
              </a:lnSpc>
              <a:spcBef>
                <a:spcPts val="0"/>
              </a:spcBef>
              <a:spcAft>
                <a:spcPts val="0"/>
              </a:spcAft>
              <a:buSzPts val="2400"/>
              <a:buNone/>
            </a:pPr>
            <a:r>
              <a:rPr lang="en"/>
              <a:t>XML and long context with multiple files</a:t>
            </a:r>
            <a:endParaRPr/>
          </a:p>
        </p:txBody>
      </p:sp>
      <p:sp>
        <p:nvSpPr>
          <p:cNvPr id="1714" name="Google Shape;1714;p93"/>
          <p:cNvSpPr txBox="1"/>
          <p:nvPr/>
        </p:nvSpPr>
        <p:spPr>
          <a:xfrm>
            <a:off x="6890975" y="733600"/>
            <a:ext cx="2266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Inter"/>
                <a:ea typeface="Inter"/>
                <a:cs typeface="Inter"/>
                <a:sym typeface="Inter"/>
              </a:rPr>
              <a:t>Anthropic emphasizes use of XML </a:t>
            </a:r>
            <a:r>
              <a:rPr lang="en" sz="1200">
                <a:solidFill>
                  <a:schemeClr val="lt1"/>
                </a:solidFill>
                <a:latin typeface="Inter"/>
                <a:ea typeface="Inter"/>
                <a:cs typeface="Inter"/>
                <a:sym typeface="Inter"/>
              </a:rPr>
              <a:t>hierarchies</a:t>
            </a:r>
            <a:endParaRPr sz="1200">
              <a:solidFill>
                <a:schemeClr val="lt1"/>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8" name="Shape 1718"/>
        <p:cNvGrpSpPr/>
        <p:nvPr/>
      </p:nvGrpSpPr>
      <p:grpSpPr>
        <a:xfrm>
          <a:off x="0" y="0"/>
          <a:ext cx="0" cy="0"/>
          <a:chOff x="0" y="0"/>
          <a:chExt cx="0" cy="0"/>
        </a:xfrm>
      </p:grpSpPr>
      <p:cxnSp>
        <p:nvCxnSpPr>
          <p:cNvPr id="1719" name="Google Shape;1719;p9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sp>
        <p:nvSpPr>
          <p:cNvPr id="1720" name="Google Shape;1720;p94"/>
          <p:cNvSpPr txBox="1"/>
          <p:nvPr>
            <p:ph idx="1" type="body"/>
          </p:nvPr>
        </p:nvSpPr>
        <p:spPr>
          <a:xfrm>
            <a:off x="521275" y="1307550"/>
            <a:ext cx="8282100" cy="3836100"/>
          </a:xfrm>
          <a:prstGeom prst="rect">
            <a:avLst/>
          </a:prstGeom>
        </p:spPr>
        <p:txBody>
          <a:bodyPr anchorCtr="0" anchor="ctr" bIns="91425" lIns="274300" spcFirstLastPara="1" rIns="91425" wrap="square" tIns="91425">
            <a:normAutofit/>
          </a:bodyPr>
          <a:lstStyle/>
          <a:p>
            <a:pPr indent="0" lvl="0" marL="0" rtl="0" algn="l">
              <a:spcBef>
                <a:spcPts val="0"/>
              </a:spcBef>
              <a:spcAft>
                <a:spcPts val="0"/>
              </a:spcAft>
              <a:buSzPts val="1000"/>
              <a:buNone/>
            </a:pPr>
            <a:r>
              <a:rPr lang="en"/>
              <a:t>[</a:t>
            </a:r>
            <a:endParaRPr/>
          </a:p>
          <a:p>
            <a:pPr indent="0" lvl="0" marL="0" rtl="0" algn="l">
              <a:spcBef>
                <a:spcPts val="0"/>
              </a:spcBef>
              <a:spcAft>
                <a:spcPts val="0"/>
              </a:spcAft>
              <a:buSzPts val="1000"/>
              <a:buNone/>
            </a:pPr>
            <a:r>
              <a:rPr lang="en"/>
              <a:t>  { "role": "user", "content": "Return valid JSON." },</a:t>
            </a:r>
            <a:endParaRPr/>
          </a:p>
          <a:p>
            <a:pPr indent="0" lvl="0" marL="0" rtl="0" algn="l">
              <a:spcBef>
                <a:spcPts val="0"/>
              </a:spcBef>
              <a:spcAft>
                <a:spcPts val="0"/>
              </a:spcAft>
              <a:buSzPts val="1000"/>
              <a:buNone/>
            </a:pPr>
            <a:r>
              <a:rPr lang="en"/>
              <a:t>  { "role": "assistant", "content": "{" }</a:t>
            </a:r>
            <a:endParaRPr/>
          </a:p>
          <a:p>
            <a:pPr indent="0" lvl="0" marL="0" rtl="0" algn="l">
              <a:spcBef>
                <a:spcPts val="0"/>
              </a:spcBef>
              <a:spcAft>
                <a:spcPts val="0"/>
              </a:spcAft>
              <a:buSzPts val="1000"/>
              <a:buNone/>
            </a:pPr>
            <a:r>
              <a:rPr lang="en"/>
              <a:t>]</a:t>
            </a:r>
            <a:endParaRPr/>
          </a:p>
        </p:txBody>
      </p:sp>
      <p:sp>
        <p:nvSpPr>
          <p:cNvPr id="1721" name="Google Shape;1721;p94"/>
          <p:cNvSpPr txBox="1"/>
          <p:nvPr>
            <p:ph idx="15" type="title"/>
          </p:nvPr>
        </p:nvSpPr>
        <p:spPr>
          <a:xfrm flipH="1">
            <a:off x="521275" y="347825"/>
            <a:ext cx="6252600" cy="972600"/>
          </a:xfrm>
          <a:prstGeom prst="rect">
            <a:avLst/>
          </a:prstGeom>
        </p:spPr>
        <p:txBody>
          <a:bodyPr anchorCtr="0" anchor="ctr" bIns="0" lIns="274300" spcFirstLastPara="1" rIns="91425" wrap="square" tIns="0">
            <a:normAutofit/>
          </a:bodyPr>
          <a:lstStyle/>
          <a:p>
            <a:pPr indent="0" lvl="0" marL="0" rtl="0" algn="l">
              <a:lnSpc>
                <a:spcPct val="100000"/>
              </a:lnSpc>
              <a:spcBef>
                <a:spcPts val="0"/>
              </a:spcBef>
              <a:spcAft>
                <a:spcPts val="0"/>
              </a:spcAft>
              <a:buSzPts val="2400"/>
              <a:buNone/>
            </a:pPr>
            <a:r>
              <a:rPr lang="en"/>
              <a:t>Prefills (no longer recommended)</a:t>
            </a:r>
            <a:endParaRPr/>
          </a:p>
        </p:txBody>
      </p:sp>
      <p:sp>
        <p:nvSpPr>
          <p:cNvPr id="1722" name="Google Shape;1722;p94"/>
          <p:cNvSpPr txBox="1"/>
          <p:nvPr/>
        </p:nvSpPr>
        <p:spPr>
          <a:xfrm>
            <a:off x="3438600" y="519300"/>
            <a:ext cx="2266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6" name="Shape 1726"/>
        <p:cNvGrpSpPr/>
        <p:nvPr/>
      </p:nvGrpSpPr>
      <p:grpSpPr>
        <a:xfrm>
          <a:off x="0" y="0"/>
          <a:ext cx="0" cy="0"/>
          <a:chOff x="0" y="0"/>
          <a:chExt cx="0" cy="0"/>
        </a:xfrm>
      </p:grpSpPr>
      <p:sp>
        <p:nvSpPr>
          <p:cNvPr id="1727" name="Google Shape;1727;p95"/>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p>
            <a:pPr indent="0" lvl="0" marL="0" rtl="0" algn="l">
              <a:spcBef>
                <a:spcPts val="0"/>
              </a:spcBef>
              <a:spcAft>
                <a:spcPts val="0"/>
              </a:spcAft>
              <a:buNone/>
            </a:pPr>
            <a:r>
              <a:rPr lang="en"/>
              <a:t>Before and after</a:t>
            </a:r>
            <a:endParaRPr/>
          </a:p>
        </p:txBody>
      </p:sp>
      <p:sp>
        <p:nvSpPr>
          <p:cNvPr id="1728" name="Google Shape;1728;p95"/>
          <p:cNvSpPr txBox="1"/>
          <p:nvPr>
            <p:ph idx="4" type="body"/>
          </p:nvPr>
        </p:nvSpPr>
        <p:spPr>
          <a:xfrm>
            <a:off x="1285875" y="1558900"/>
            <a:ext cx="3471600" cy="2724300"/>
          </a:xfrm>
          <a:prstGeom prst="rect">
            <a:avLst/>
          </a:prstGeom>
        </p:spPr>
        <p:txBody>
          <a:bodyPr anchorCtr="0" anchor="t" bIns="91425" lIns="0" spcFirstLastPara="1" rIns="0" wrap="square" tIns="0">
            <a:spAutoFit/>
          </a:bodyPr>
          <a:lstStyle/>
          <a:p>
            <a:pPr indent="0" lvl="0" marL="0" rtl="0" algn="l">
              <a:spcBef>
                <a:spcPts val="0"/>
              </a:spcBef>
              <a:spcAft>
                <a:spcPts val="0"/>
              </a:spcAft>
              <a:buNone/>
            </a:pPr>
            <a:r>
              <a:rPr lang="en"/>
              <a:t>I’m building a Node app with Express and TypeORM and Postgres and I want to create an endpoint that returns users. The users have like id, name, email, createdAt and maybe some status field. I also want to be able to filter them optionally by status if it’s passed in. I’m using TypeScript. It should be clean code and production ready and probably use async/await.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Can you write the code for this including the entity and the route and stuff? Also make sure it handles errors. And it shouldn’t be too complicated but still good practice. I might want pagination later but not sure yet.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kind of new to this stack so just whatever makes sense.</a:t>
            </a:r>
            <a:endParaRPr/>
          </a:p>
        </p:txBody>
      </p:sp>
      <p:sp>
        <p:nvSpPr>
          <p:cNvPr id="1729" name="Google Shape;1729;p95"/>
          <p:cNvSpPr txBox="1"/>
          <p:nvPr>
            <p:ph idx="17" type="subTitle"/>
          </p:nvPr>
        </p:nvSpPr>
        <p:spPr>
          <a:xfrm>
            <a:off x="1227825" y="4348000"/>
            <a:ext cx="3605700" cy="600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This prompt is not optimized because it is has a lot of vague requirements as well as very specific coding requirements sprinkled throughout.</a:t>
            </a:r>
            <a:endParaRPr/>
          </a:p>
        </p:txBody>
      </p:sp>
      <p:grpSp>
        <p:nvGrpSpPr>
          <p:cNvPr id="1730" name="Google Shape;1730;p95"/>
          <p:cNvGrpSpPr/>
          <p:nvPr/>
        </p:nvGrpSpPr>
        <p:grpSpPr>
          <a:xfrm rot="5400000">
            <a:off x="596727" y="776873"/>
            <a:ext cx="369896" cy="333900"/>
            <a:chOff x="96076" y="654376"/>
            <a:chExt cx="369896" cy="333900"/>
          </a:xfrm>
        </p:grpSpPr>
        <p:cxnSp>
          <p:nvCxnSpPr>
            <p:cNvPr id="1731" name="Google Shape;1731;p95"/>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732" name="Google Shape;1732;p95"/>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733" name="Google Shape;1733;p95"/>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1734" name="Google Shape;1734;p95"/>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735" name="Google Shape;1735;p95"/>
          <p:cNvCxnSpPr/>
          <p:nvPr/>
        </p:nvCxnSpPr>
        <p:spPr>
          <a:xfrm>
            <a:off x="1045950" y="1307575"/>
            <a:ext cx="3965700" cy="3000"/>
          </a:xfrm>
          <a:prstGeom prst="straightConnector1">
            <a:avLst/>
          </a:prstGeom>
          <a:noFill/>
          <a:ln cap="flat" cmpd="sng" w="9525">
            <a:solidFill>
              <a:schemeClr val="lt1"/>
            </a:solidFill>
            <a:prstDash val="solid"/>
            <a:round/>
            <a:headEnd len="sm" w="sm" type="none"/>
            <a:tailEnd len="sm" w="sm" type="none"/>
          </a:ln>
        </p:spPr>
      </p:cxnSp>
      <p:cxnSp>
        <p:nvCxnSpPr>
          <p:cNvPr id="1736" name="Google Shape;1736;p95"/>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737" name="Google Shape;1737;p95"/>
          <p:cNvCxnSpPr/>
          <p:nvPr/>
        </p:nvCxnSpPr>
        <p:spPr>
          <a:xfrm>
            <a:off x="5011625" y="-16475"/>
            <a:ext cx="7500" cy="5160000"/>
          </a:xfrm>
          <a:prstGeom prst="straightConnector1">
            <a:avLst/>
          </a:prstGeom>
          <a:noFill/>
          <a:ln cap="flat" cmpd="sng" w="9525">
            <a:solidFill>
              <a:schemeClr val="lt1"/>
            </a:solidFill>
            <a:prstDash val="solid"/>
            <a:round/>
            <a:headEnd len="sm" w="sm" type="none"/>
            <a:tailEnd len="sm" w="sm" type="none"/>
          </a:ln>
        </p:spPr>
      </p:cxnSp>
      <p:cxnSp>
        <p:nvCxnSpPr>
          <p:cNvPr id="1738" name="Google Shape;1738;p95"/>
          <p:cNvCxnSpPr/>
          <p:nvPr/>
        </p:nvCxnSpPr>
        <p:spPr>
          <a:xfrm rot="10800000">
            <a:off x="1041549" y="4315600"/>
            <a:ext cx="3977700" cy="0"/>
          </a:xfrm>
          <a:prstGeom prst="straightConnector1">
            <a:avLst/>
          </a:prstGeom>
          <a:noFill/>
          <a:ln cap="flat" cmpd="sng" w="9525">
            <a:solidFill>
              <a:schemeClr val="lt1"/>
            </a:solidFill>
            <a:prstDash val="solid"/>
            <a:round/>
            <a:headEnd len="sm" w="sm" type="none"/>
            <a:tailEnd len="sm" w="sm" type="none"/>
          </a:ln>
        </p:spPr>
      </p:cxnSp>
      <p:sp>
        <p:nvSpPr>
          <p:cNvPr id="1739" name="Google Shape;1739;p95"/>
          <p:cNvSpPr txBox="1"/>
          <p:nvPr/>
        </p:nvSpPr>
        <p:spPr>
          <a:xfrm>
            <a:off x="5140375" y="520450"/>
            <a:ext cx="3857700" cy="42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lt1"/>
                </a:solidFill>
                <a:latin typeface="Inter"/>
                <a:ea typeface="Inter"/>
                <a:cs typeface="Inter"/>
                <a:sym typeface="Inter"/>
              </a:rPr>
              <a:t>You will be acting as an experienced backend developer helping to create production-ready code for a Node.js application. A user has provided requirements for what they need to build.</a:t>
            </a:r>
            <a:endParaRPr sz="600">
              <a:solidFill>
                <a:schemeClr val="lt1"/>
              </a:solidFill>
              <a:latin typeface="Inter"/>
              <a:ea typeface="Inter"/>
              <a:cs typeface="Inter"/>
              <a:sym typeface="Inter"/>
            </a:endParaRPr>
          </a:p>
          <a:p>
            <a:pPr indent="0" lvl="0" marL="0" rtl="0" algn="l">
              <a:spcBef>
                <a:spcPts val="0"/>
              </a:spcBef>
              <a:spcAft>
                <a:spcPts val="0"/>
              </a:spcAft>
              <a:buNone/>
            </a:pPr>
            <a:r>
              <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Here are the requirements:</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&lt;requirements&gt;</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{{REQUIREMENTS}}</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&lt;/requirements&gt;</a:t>
            </a:r>
            <a:endParaRPr sz="600">
              <a:solidFill>
                <a:schemeClr val="lt1"/>
              </a:solidFill>
              <a:latin typeface="Inter"/>
              <a:ea typeface="Inter"/>
              <a:cs typeface="Inter"/>
              <a:sym typeface="Inter"/>
            </a:endParaRPr>
          </a:p>
          <a:p>
            <a:pPr indent="0" lvl="0" marL="0" rtl="0" algn="l">
              <a:spcBef>
                <a:spcPts val="0"/>
              </a:spcBef>
              <a:spcAft>
                <a:spcPts val="0"/>
              </a:spcAft>
              <a:buNone/>
            </a:pPr>
            <a:r>
              <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Your task is to generate clean, production-ready TypeScript code that fulfills these requirements. Based on the requirements, you should create:</a:t>
            </a:r>
            <a:endParaRPr sz="600">
              <a:solidFill>
                <a:schemeClr val="lt1"/>
              </a:solidFill>
              <a:latin typeface="Inter"/>
              <a:ea typeface="Inter"/>
              <a:cs typeface="Inter"/>
              <a:sym typeface="Inter"/>
            </a:endParaRPr>
          </a:p>
          <a:p>
            <a:pPr indent="0" lvl="0" marL="0" rtl="0" algn="l">
              <a:spcBef>
                <a:spcPts val="0"/>
              </a:spcBef>
              <a:spcAft>
                <a:spcPts val="0"/>
              </a:spcAft>
              <a:buNone/>
            </a:pPr>
            <a:r>
              <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1. A TypeORM entity for the User model</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2. An Express route/controller that handles the endpoint</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3. Proper error handling</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4. Any necessary types or interfaces</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5. Brief comments explaining key parts of the code</a:t>
            </a:r>
            <a:endParaRPr sz="600">
              <a:solidFill>
                <a:schemeClr val="lt1"/>
              </a:solidFill>
              <a:latin typeface="Inter"/>
              <a:ea typeface="Inter"/>
              <a:cs typeface="Inter"/>
              <a:sym typeface="Inter"/>
            </a:endParaRPr>
          </a:p>
          <a:p>
            <a:pPr indent="0" lvl="0" marL="0" rtl="0" algn="l">
              <a:spcBef>
                <a:spcPts val="0"/>
              </a:spcBef>
              <a:spcAft>
                <a:spcPts val="0"/>
              </a:spcAft>
              <a:buNone/>
            </a:pPr>
            <a:r>
              <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Before writing the code, use a &lt;scratchpad&gt; to:</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 Identify the core requirements from the user's description</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 Plan out what files/components you'll need to create</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 Think through the structure and any important implementation decisions</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 Consider what best practices apply (validation, error handling, status codes, etc.)</a:t>
            </a:r>
            <a:endParaRPr sz="600">
              <a:solidFill>
                <a:schemeClr val="lt1"/>
              </a:solidFill>
              <a:latin typeface="Inter"/>
              <a:ea typeface="Inter"/>
              <a:cs typeface="Inter"/>
              <a:sym typeface="Inter"/>
            </a:endParaRPr>
          </a:p>
          <a:p>
            <a:pPr indent="0" lvl="0" marL="0" rtl="0" algn="l">
              <a:spcBef>
                <a:spcPts val="0"/>
              </a:spcBef>
              <a:spcAft>
                <a:spcPts val="0"/>
              </a:spcAft>
              <a:buNone/>
            </a:pPr>
            <a:r>
              <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After your scratchpad, provide the code organized into clearly labeled sections. For each section:</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 Use a descriptive heading (e.g., "User Entity", "User Route/Controller")</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 Include the filename or where this code would go</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 Write complete, working code (not pseudocode or snippets)</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 Add brief comments for clarity</a:t>
            </a:r>
            <a:endParaRPr sz="600">
              <a:solidFill>
                <a:schemeClr val="lt1"/>
              </a:solidFill>
              <a:latin typeface="Inter"/>
              <a:ea typeface="Inter"/>
              <a:cs typeface="Inter"/>
              <a:sym typeface="Inter"/>
            </a:endParaRPr>
          </a:p>
          <a:p>
            <a:pPr indent="0" lvl="0" marL="0" rtl="0" algn="l">
              <a:spcBef>
                <a:spcPts val="0"/>
              </a:spcBef>
              <a:spcAft>
                <a:spcPts val="0"/>
              </a:spcAft>
              <a:buNone/>
            </a:pPr>
            <a:r>
              <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Guidelines:</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 Use TypeScript with proper typing</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 Use async/await for asynchronous operations</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 Include proper error handling with try-catch blocks</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 Follow REST API conventions for the endpoint</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 Use appropriate HTTP status codes</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 Keep the code clean and readable</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 Follow common Express and TypeORM patterns</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 If the requirements mention optional features (like pagination), acknowledge them but don't implement unless clearly requested</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 Make reasonable assumptions where the requirements are vague, and briefly note what you assumed</a:t>
            </a:r>
            <a:endParaRPr sz="600">
              <a:solidFill>
                <a:schemeClr val="lt1"/>
              </a:solidFill>
              <a:latin typeface="Inter"/>
              <a:ea typeface="Inter"/>
              <a:cs typeface="Inter"/>
              <a:sym typeface="Inter"/>
            </a:endParaRPr>
          </a:p>
          <a:p>
            <a:pPr indent="0" lvl="0" marL="0" rtl="0" algn="l">
              <a:spcBef>
                <a:spcPts val="0"/>
              </a:spcBef>
              <a:spcAft>
                <a:spcPts val="0"/>
              </a:spcAft>
              <a:buNone/>
            </a:pPr>
            <a:r>
              <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Write your scratchpad inside &lt;scratchpad&gt; tags, then write your complete code solution inside &lt;code_solution&gt; tags.</a:t>
            </a:r>
            <a:endParaRPr sz="600">
              <a:solidFill>
                <a:schemeClr val="lt1"/>
              </a:solidFill>
              <a:latin typeface="Inter"/>
              <a:ea typeface="Inter"/>
              <a:cs typeface="Inter"/>
              <a:sym typeface="Inter"/>
            </a:endParaRPr>
          </a:p>
          <a:p>
            <a:pPr indent="0" lvl="0" marL="0" rtl="0" algn="l">
              <a:spcBef>
                <a:spcPts val="0"/>
              </a:spcBef>
              <a:spcAft>
                <a:spcPts val="0"/>
              </a:spcAft>
              <a:buNone/>
            </a:pPr>
            <a:r>
              <a:t/>
            </a:r>
            <a:endParaRPr sz="600">
              <a:solidFill>
                <a:schemeClr val="lt1"/>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3" name="Shape 1743"/>
        <p:cNvGrpSpPr/>
        <p:nvPr/>
      </p:nvGrpSpPr>
      <p:grpSpPr>
        <a:xfrm>
          <a:off x="0" y="0"/>
          <a:ext cx="0" cy="0"/>
          <a:chOff x="0" y="0"/>
          <a:chExt cx="0" cy="0"/>
        </a:xfrm>
      </p:grpSpPr>
      <p:sp>
        <p:nvSpPr>
          <p:cNvPr id="1744" name="Google Shape;1744;p96"/>
          <p:cNvSpPr txBox="1"/>
          <p:nvPr>
            <p:ph idx="4" type="body"/>
          </p:nvPr>
        </p:nvSpPr>
        <p:spPr>
          <a:xfrm>
            <a:off x="1821800" y="3903425"/>
            <a:ext cx="4167900" cy="779700"/>
          </a:xfrm>
          <a:prstGeom prst="rect">
            <a:avLst/>
          </a:prstGeom>
        </p:spPr>
        <p:txBody>
          <a:bodyPr anchorCtr="0" anchor="ctr" bIns="0" lIns="274300" spcFirstLastPara="1" rIns="182875" wrap="square" tIns="0">
            <a:normAutofit/>
          </a:bodyPr>
          <a:lstStyle/>
          <a:p>
            <a:pPr indent="0" lvl="0" marL="0" rtl="0" algn="l">
              <a:lnSpc>
                <a:spcPct val="115000"/>
              </a:lnSpc>
              <a:spcBef>
                <a:spcPts val="0"/>
              </a:spcBef>
              <a:spcAft>
                <a:spcPts val="0"/>
              </a:spcAft>
              <a:buSzPts val="1200"/>
              <a:buNone/>
            </a:pPr>
            <a:r>
              <a:t/>
            </a:r>
            <a:endParaRPr b="1"/>
          </a:p>
        </p:txBody>
      </p:sp>
      <p:sp>
        <p:nvSpPr>
          <p:cNvPr id="1745" name="Google Shape;1745;p96"/>
          <p:cNvSpPr txBox="1"/>
          <p:nvPr>
            <p:ph type="title"/>
          </p:nvPr>
        </p:nvSpPr>
        <p:spPr>
          <a:xfrm flipH="1">
            <a:off x="1046200" y="722375"/>
            <a:ext cx="5726100" cy="1571100"/>
          </a:xfrm>
          <a:prstGeom prst="rect">
            <a:avLst/>
          </a:prstGeom>
        </p:spPr>
        <p:txBody>
          <a:bodyPr anchorCtr="0" anchor="t" bIns="91425" lIns="274300" spcFirstLastPara="1" rIns="91425" wrap="square" tIns="91425">
            <a:normAutofit fontScale="90000"/>
          </a:bodyPr>
          <a:lstStyle/>
          <a:p>
            <a:pPr indent="0" lvl="0" marL="0" rtl="0" algn="l">
              <a:lnSpc>
                <a:spcPct val="80000"/>
              </a:lnSpc>
              <a:spcBef>
                <a:spcPts val="0"/>
              </a:spcBef>
              <a:spcAft>
                <a:spcPts val="0"/>
              </a:spcAft>
              <a:buSzPct val="100000"/>
              <a:buNone/>
            </a:pPr>
            <a:r>
              <a:rPr lang="en"/>
              <a:t>Building a Prompt Optimizer Agent</a:t>
            </a:r>
            <a:endParaRPr/>
          </a:p>
        </p:txBody>
      </p:sp>
      <p:grpSp>
        <p:nvGrpSpPr>
          <p:cNvPr id="1746" name="Google Shape;1746;p96"/>
          <p:cNvGrpSpPr/>
          <p:nvPr/>
        </p:nvGrpSpPr>
        <p:grpSpPr>
          <a:xfrm rot="5400000">
            <a:off x="595827" y="890398"/>
            <a:ext cx="369896" cy="333900"/>
            <a:chOff x="96076" y="654376"/>
            <a:chExt cx="369896" cy="333900"/>
          </a:xfrm>
        </p:grpSpPr>
        <p:cxnSp>
          <p:nvCxnSpPr>
            <p:cNvPr id="1747" name="Google Shape;1747;p9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748" name="Google Shape;1748;p9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749" name="Google Shape;1749;p9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BOARD MEETING">
  <a:themeElements>
    <a:clrScheme name="Simple Light">
      <a:dk1>
        <a:srgbClr val="E1DCD8"/>
      </a:dk1>
      <a:lt1>
        <a:srgbClr val="032C3C"/>
      </a:lt1>
      <a:dk2>
        <a:srgbClr val="381819"/>
      </a:dk2>
      <a:lt2>
        <a:srgbClr val="EAEAEA"/>
      </a:lt2>
      <a:accent1>
        <a:srgbClr val="BA351A"/>
      </a:accent1>
      <a:accent2>
        <a:srgbClr val="6B2A2D"/>
      </a:accent2>
      <a:accent3>
        <a:srgbClr val="E7D5A6"/>
      </a:accent3>
      <a:accent4>
        <a:srgbClr val="7EDA9C"/>
      </a:accent4>
      <a:accent5>
        <a:srgbClr val="90B3EC"/>
      </a:accent5>
      <a:accent6>
        <a:srgbClr val="E6C5B8"/>
      </a:accent6>
      <a:hlink>
        <a:srgbClr val="9E9E9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